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41.xml.rels" ContentType="application/vnd.openxmlformats-package.relationships+xml"/>
  <Override PartName="/ppt/slides/_rels/slide39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62.png" ContentType="image/png"/>
  <Override PartName="/ppt/media/image61.png" ContentType="image/png"/>
  <Override PartName="/ppt/media/image60.png" ContentType="image/png"/>
  <Override PartName="/ppt/media/image59.png" ContentType="image/png"/>
  <Override PartName="/ppt/media/image58.png" ContentType="image/png"/>
  <Override PartName="/ppt/media/image17.jpeg" ContentType="image/jpeg"/>
  <Override PartName="/ppt/media/image68.png" ContentType="image/png"/>
  <Override PartName="/ppt/media/image84.png" ContentType="image/png"/>
  <Override PartName="/ppt/media/image116.png" ContentType="image/png"/>
  <Override PartName="/ppt/media/image16.png" ContentType="image/png"/>
  <Override PartName="/ppt/media/image110.png" ContentType="image/png"/>
  <Override PartName="/ppt/media/image10.png" ContentType="image/png"/>
  <Override PartName="/ppt/media/image47.png" ContentType="image/png"/>
  <Override PartName="/ppt/media/image100.png" ContentType="image/png"/>
  <Override PartName="/ppt/media/image52.png" ContentType="image/png"/>
  <Override PartName="/ppt/media/image6.png" ContentType="image/png"/>
  <Override PartName="/ppt/media/image8.jpeg" ContentType="image/jpeg"/>
  <Override PartName="/ppt/media/image38.png" ContentType="image/png"/>
  <Override PartName="/ppt/media/image37.png" ContentType="image/png"/>
  <Override PartName="/ppt/media/image33.png" ContentType="image/png"/>
  <Override PartName="/ppt/media/image81.png" ContentType="image/png"/>
  <Override PartName="/ppt/media/image13.png" ContentType="image/png"/>
  <Override PartName="/ppt/media/image7.png" ContentType="image/png"/>
  <Override PartName="/ppt/media/image53.png" ContentType="image/png"/>
  <Override PartName="/ppt/media/image101.png" ContentType="image/png"/>
  <Override PartName="/ppt/media/image40.png" ContentType="image/png"/>
  <Override PartName="/ppt/media/image108.jpeg" ContentType="image/jpeg"/>
  <Override PartName="/ppt/media/image41.png" ContentType="image/png"/>
  <Override PartName="/ppt/media/image39.png" ContentType="image/png"/>
  <Override PartName="/ppt/media/image113.jpeg" ContentType="image/jpeg"/>
  <Override PartName="/ppt/media/image34.png" ContentType="image/png"/>
  <Override PartName="/ppt/media/image43.png" ContentType="image/png"/>
  <Override PartName="/ppt/media/image46.png" ContentType="image/png"/>
  <Override PartName="/ppt/media/image5.png" ContentType="image/png"/>
  <Override PartName="/ppt/media/image51.png" ContentType="image/png"/>
  <Override PartName="/ppt/media/image109.jpeg" ContentType="image/jpeg"/>
  <Override PartName="/ppt/media/image35.png" ContentType="image/png"/>
  <Override PartName="/ppt/media/image42.png" ContentType="image/png"/>
  <Override PartName="/ppt/media/image57.png" ContentType="image/png"/>
  <Override PartName="/ppt/media/image2.jpeg" ContentType="image/jpeg"/>
  <Override PartName="/ppt/media/image31.png" ContentType="image/png"/>
  <Override PartName="/ppt/media/image54.png" ContentType="image/png"/>
  <Override PartName="/ppt/media/image32.png" ContentType="image/png"/>
  <Override PartName="/ppt/media/image44.png" ContentType="image/png"/>
  <Override PartName="/ppt/media/image56.png" ContentType="image/png"/>
  <Override PartName="/ppt/media/image45.png" ContentType="image/png"/>
  <Override PartName="/ppt/media/image30.png" ContentType="image/png"/>
  <Override PartName="/ppt/media/image80.png" ContentType="image/png"/>
  <Override PartName="/ppt/media/image12.png" ContentType="image/png"/>
  <Override PartName="/ppt/media/image3.png" ContentType="image/png"/>
  <Override PartName="/ppt/media/image49.png" ContentType="image/png"/>
  <Override PartName="/ppt/media/image114.jpeg" ContentType="image/jpeg"/>
  <Override PartName="/ppt/media/image112.jpeg" ContentType="image/jpeg"/>
  <Override PartName="/ppt/media/image4.png" ContentType="image/png"/>
  <Override PartName="/ppt/media/image50.png" ContentType="image/png"/>
  <Override PartName="/ppt/media/image48.png" ContentType="image/png"/>
  <Override PartName="/ppt/media/image36.png" ContentType="image/png"/>
  <Override PartName="/ppt/media/image55.png" ContentType="image/png"/>
  <Override PartName="/ppt/media/image9.png" ContentType="image/png"/>
  <Override PartName="/ppt/media/image63.png" ContentType="image/png"/>
  <Override PartName="/ppt/media/image111.png" ContentType="image/png"/>
  <Override PartName="/ppt/media/image11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15.png" ContentType="image/png"/>
  <Override PartName="/ppt/media/image83.png" ContentType="image/png"/>
  <Override PartName="/ppt/media/image115.png" ContentType="image/png"/>
  <Override PartName="/ppt/media/image69.png" ContentType="image/png"/>
  <Override PartName="/ppt/media/image102.png" ContentType="image/png"/>
  <Override PartName="/ppt/media/image70.png" ContentType="image/png"/>
  <Override PartName="/ppt/media/image103.png" ContentType="image/png"/>
  <Override PartName="/ppt/media/image71.png" ContentType="image/png"/>
  <Override PartName="/ppt/media/image104.png" ContentType="image/png"/>
  <Override PartName="/ppt/media/image72.png" ContentType="image/png"/>
  <Override PartName="/ppt/media/image120.png" ContentType="image/png"/>
  <Override PartName="/ppt/media/image20.png" ContentType="image/png"/>
  <Override PartName="/ppt/media/image105.png" ContentType="image/png"/>
  <Override PartName="/ppt/media/image73.png" ContentType="image/png"/>
  <Override PartName="/ppt/media/image121.png" ContentType="image/png"/>
  <Override PartName="/ppt/media/image21.png" ContentType="image/png"/>
  <Override PartName="/ppt/media/image106.png" ContentType="image/png"/>
  <Override PartName="/ppt/media/image74.png" ContentType="image/png"/>
  <Override PartName="/ppt/media/image90.png" ContentType="image/png"/>
  <Override PartName="/ppt/media/image122.png" ContentType="image/png"/>
  <Override PartName="/ppt/media/image22.png" ContentType="image/png"/>
  <Override PartName="/ppt/media/image107.png" ContentType="image/png"/>
  <Override PartName="/ppt/media/image75.png" ContentType="image/png"/>
  <Override PartName="/ppt/media/image91.png" ContentType="image/png"/>
  <Override PartName="/ppt/media/image123.png" ContentType="image/png"/>
  <Override PartName="/ppt/media/image23.png" ContentType="image/png"/>
  <Override PartName="/ppt/media/image76.png" ContentType="image/png"/>
  <Override PartName="/ppt/media/image124.png" ContentType="image/png"/>
  <Override PartName="/ppt/media/image24.png" ContentType="image/png"/>
  <Override PartName="/ppt/media/image92.png" ContentType="image/png"/>
  <Override PartName="/ppt/media/image77.png" ContentType="image/png"/>
  <Override PartName="/ppt/media/image25.png" ContentType="image/png"/>
  <Override PartName="/ppt/media/image125.png" ContentType="image/png"/>
  <Override PartName="/ppt/media/image93.png" ContentType="image/png"/>
  <Override PartName="/ppt/media/image78.png" ContentType="image/png"/>
  <Override PartName="/ppt/media/image26.png" ContentType="image/png"/>
  <Override PartName="/ppt/media/image94.png" ContentType="image/png"/>
  <Override PartName="/ppt/media/image126.png" ContentType="image/png"/>
  <Override PartName="/ppt/media/image79.png" ContentType="image/png"/>
  <Override PartName="/ppt/media/image14.png" ContentType="image/png"/>
  <Override PartName="/ppt/media/image82.png" ContentType="image/png"/>
  <Override PartName="/ppt/media/image117.png" ContentType="image/png"/>
  <Override PartName="/ppt/media/image85.png" ContentType="image/png"/>
  <Override PartName="/ppt/media/image88.png" ContentType="image/png"/>
  <Override PartName="/ppt/media/image89.png" ContentType="image/png"/>
  <Override PartName="/ppt/media/image27.png" ContentType="image/png"/>
  <Override PartName="/ppt/media/image127.png" ContentType="image/png"/>
  <Override PartName="/ppt/media/image95.png" ContentType="image/png"/>
  <Override PartName="/ppt/media/image28.png" ContentType="image/png"/>
  <Override PartName="/ppt/media/image128.png" ContentType="image/png"/>
  <Override PartName="/ppt/media/image96.png" ContentType="image/png"/>
  <Override PartName="/ppt/media/image29.png" ContentType="image/png"/>
  <Override PartName="/ppt/media/image97.png" ContentType="image/png"/>
  <Override PartName="/ppt/media/image1.jpeg" ContentType="image/jpeg"/>
  <Override PartName="/ppt/media/image98.png" ContentType="image/png"/>
  <Override PartName="/ppt/media/image99.png" ContentType="image/png"/>
  <Override PartName="/ppt/media/image18.png" ContentType="image/png"/>
  <Override PartName="/ppt/media/image86.png" ContentType="image/png"/>
  <Override PartName="/ppt/media/image118.png" ContentType="image/png"/>
  <Override PartName="/ppt/media/image119.png" ContentType="image/png"/>
  <Override PartName="/ppt/media/image19.png" ContentType="image/png"/>
  <Override PartName="/ppt/media/image8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190800"/>
            <a:ext cx="8229240" cy="79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119240"/>
            <a:ext cx="8229240" cy="277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190800"/>
            <a:ext cx="8229240" cy="79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119240"/>
            <a:ext cx="8229240" cy="277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4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5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4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21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19.png"/><Relationship Id="rId23" Type="http://schemas.openxmlformats.org/officeDocument/2006/relationships/image" Target="../media/image40.png"/><Relationship Id="rId24" Type="http://schemas.openxmlformats.org/officeDocument/2006/relationships/image" Target="../media/image6.png"/><Relationship Id="rId25" Type="http://schemas.openxmlformats.org/officeDocument/2006/relationships/image" Target="../media/image41.png"/><Relationship Id="rId26" Type="http://schemas.openxmlformats.org/officeDocument/2006/relationships/image" Target="../media/image42.png"/><Relationship Id="rId27" Type="http://schemas.openxmlformats.org/officeDocument/2006/relationships/image" Target="../media/image43.png"/><Relationship Id="rId28" Type="http://schemas.openxmlformats.org/officeDocument/2006/relationships/image" Target="../media/image44.png"/><Relationship Id="rId29" Type="http://schemas.openxmlformats.org/officeDocument/2006/relationships/image" Target="../media/image45.png"/><Relationship Id="rId30" Type="http://schemas.openxmlformats.org/officeDocument/2006/relationships/image" Target="../media/image46.png"/><Relationship Id="rId31" Type="http://schemas.openxmlformats.org/officeDocument/2006/relationships/image" Target="../media/image47.png"/><Relationship Id="rId32" Type="http://schemas.openxmlformats.org/officeDocument/2006/relationships/image" Target="../media/image48.png"/><Relationship Id="rId33" Type="http://schemas.openxmlformats.org/officeDocument/2006/relationships/image" Target="../media/image49.png"/><Relationship Id="rId34" Type="http://schemas.openxmlformats.org/officeDocument/2006/relationships/image" Target="../media/image50.png"/><Relationship Id="rId35" Type="http://schemas.openxmlformats.org/officeDocument/2006/relationships/image" Target="../media/image51.png"/><Relationship Id="rId36" Type="http://schemas.openxmlformats.org/officeDocument/2006/relationships/image" Target="../media/image52.png"/><Relationship Id="rId37" Type="http://schemas.openxmlformats.org/officeDocument/2006/relationships/image" Target="../media/image53.png"/><Relationship Id="rId38" Type="http://schemas.openxmlformats.org/officeDocument/2006/relationships/image" Target="../media/image54.png"/><Relationship Id="rId39" Type="http://schemas.openxmlformats.org/officeDocument/2006/relationships/image" Target="../media/image55.png"/><Relationship Id="rId40" Type="http://schemas.openxmlformats.org/officeDocument/2006/relationships/image" Target="../media/image56.png"/><Relationship Id="rId41" Type="http://schemas.openxmlformats.org/officeDocument/2006/relationships/image" Target="../media/image57.png"/><Relationship Id="rId42" Type="http://schemas.openxmlformats.org/officeDocument/2006/relationships/image" Target="../media/image58.png"/><Relationship Id="rId43" Type="http://schemas.openxmlformats.org/officeDocument/2006/relationships/image" Target="../media/image59.png"/><Relationship Id="rId44" Type="http://schemas.openxmlformats.org/officeDocument/2006/relationships/image" Target="../media/image60.png"/><Relationship Id="rId45" Type="http://schemas.openxmlformats.org/officeDocument/2006/relationships/image" Target="../media/image61.png"/><Relationship Id="rId46" Type="http://schemas.openxmlformats.org/officeDocument/2006/relationships/image" Target="../media/image62.png"/><Relationship Id="rId47" Type="http://schemas.openxmlformats.org/officeDocument/2006/relationships/image" Target="../media/image63.png"/><Relationship Id="rId48" Type="http://schemas.openxmlformats.org/officeDocument/2006/relationships/image" Target="../media/image64.png"/><Relationship Id="rId49" Type="http://schemas.openxmlformats.org/officeDocument/2006/relationships/image" Target="../media/image65.png"/><Relationship Id="rId50" Type="http://schemas.openxmlformats.org/officeDocument/2006/relationships/image" Target="../media/image66.png"/><Relationship Id="rId51" Type="http://schemas.openxmlformats.org/officeDocument/2006/relationships/image" Target="../media/image67.png"/><Relationship Id="rId52" Type="http://schemas.openxmlformats.org/officeDocument/2006/relationships/image" Target="../media/image68.png"/><Relationship Id="rId53" Type="http://schemas.openxmlformats.org/officeDocument/2006/relationships/image" Target="../media/image69.png"/><Relationship Id="rId54" Type="http://schemas.openxmlformats.org/officeDocument/2006/relationships/image" Target="../media/image70.png"/><Relationship Id="rId55" Type="http://schemas.openxmlformats.org/officeDocument/2006/relationships/image" Target="../media/image71.png"/><Relationship Id="rId56" Type="http://schemas.openxmlformats.org/officeDocument/2006/relationships/image" Target="../media/image72.png"/><Relationship Id="rId57" Type="http://schemas.openxmlformats.org/officeDocument/2006/relationships/image" Target="../media/image73.png"/><Relationship Id="rId58" Type="http://schemas.openxmlformats.org/officeDocument/2006/relationships/image" Target="../media/image74.png"/><Relationship Id="rId59" Type="http://schemas.openxmlformats.org/officeDocument/2006/relationships/image" Target="../media/image75.png"/><Relationship Id="rId60" Type="http://schemas.openxmlformats.org/officeDocument/2006/relationships/image" Target="../media/image76.png"/><Relationship Id="rId61" Type="http://schemas.openxmlformats.org/officeDocument/2006/relationships/image" Target="../media/image77.png"/><Relationship Id="rId62" Type="http://schemas.openxmlformats.org/officeDocument/2006/relationships/image" Target="../media/image78.png"/><Relationship Id="rId63" Type="http://schemas.openxmlformats.org/officeDocument/2006/relationships/image" Target="../media/image79.png"/><Relationship Id="rId64" Type="http://schemas.openxmlformats.org/officeDocument/2006/relationships/image" Target="../media/image80.png"/><Relationship Id="rId65" Type="http://schemas.openxmlformats.org/officeDocument/2006/relationships/image" Target="../media/image81.png"/><Relationship Id="rId66" Type="http://schemas.openxmlformats.org/officeDocument/2006/relationships/image" Target="../media/image82.png"/><Relationship Id="rId67" Type="http://schemas.openxmlformats.org/officeDocument/2006/relationships/image" Target="../media/image83.png"/><Relationship Id="rId68" Type="http://schemas.openxmlformats.org/officeDocument/2006/relationships/image" Target="../media/image84.png"/><Relationship Id="rId69" Type="http://schemas.openxmlformats.org/officeDocument/2006/relationships/image" Target="../media/image85.png"/><Relationship Id="rId70" Type="http://schemas.openxmlformats.org/officeDocument/2006/relationships/image" Target="../media/image86.png"/><Relationship Id="rId71" Type="http://schemas.openxmlformats.org/officeDocument/2006/relationships/image" Target="../media/image87.png"/><Relationship Id="rId72" Type="http://schemas.openxmlformats.org/officeDocument/2006/relationships/image" Target="../media/image88.png"/><Relationship Id="rId7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4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5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Relationship Id="rId12" Type="http://schemas.openxmlformats.org/officeDocument/2006/relationships/image" Target="../media/image97.png"/><Relationship Id="rId13" Type="http://schemas.openxmlformats.org/officeDocument/2006/relationships/image" Target="../media/image98.png"/><Relationship Id="rId14" Type="http://schemas.openxmlformats.org/officeDocument/2006/relationships/image" Target="../media/image97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Relationship Id="rId17" Type="http://schemas.openxmlformats.org/officeDocument/2006/relationships/image" Target="../media/image101.png"/><Relationship Id="rId18" Type="http://schemas.openxmlformats.org/officeDocument/2006/relationships/image" Target="../media/image102.png"/><Relationship Id="rId19" Type="http://schemas.openxmlformats.org/officeDocument/2006/relationships/image" Target="../media/image103.png"/><Relationship Id="rId20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4.png"/><Relationship Id="rId3" Type="http://schemas.openxmlformats.org/officeDocument/2006/relationships/image" Target="../media/image104.png"/><Relationship Id="rId4" Type="http://schemas.openxmlformats.org/officeDocument/2006/relationships/image" Target="../media/image89.png"/><Relationship Id="rId5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5.png"/><Relationship Id="rId3" Type="http://schemas.openxmlformats.org/officeDocument/2006/relationships/image" Target="../media/image89.png"/><Relationship Id="rId4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6.png"/><Relationship Id="rId5" Type="http://schemas.openxmlformats.org/officeDocument/2006/relationships/image" Target="../media/image89.png"/><Relationship Id="rId6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8.jpe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3.png"/><Relationship Id="rId3" Type="http://schemas.openxmlformats.org/officeDocument/2006/relationships/image" Target="../media/image63.png"/><Relationship Id="rId4" Type="http://schemas.openxmlformats.org/officeDocument/2006/relationships/image" Target="../media/image63.png"/><Relationship Id="rId5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9.jpeg"/><Relationship Id="rId3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9.jpeg"/><Relationship Id="rId3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10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1.png"/><Relationship Id="rId3" Type="http://schemas.openxmlformats.org/officeDocument/2006/relationships/image" Target="../media/image111.png"/><Relationship Id="rId4" Type="http://schemas.openxmlformats.org/officeDocument/2006/relationships/image" Target="../media/image111.png"/><Relationship Id="rId5" Type="http://schemas.openxmlformats.org/officeDocument/2006/relationships/image" Target="../media/image112.jpeg"/><Relationship Id="rId6" Type="http://schemas.openxmlformats.org/officeDocument/2006/relationships/image" Target="../media/image113.jpeg"/><Relationship Id="rId7" Type="http://schemas.openxmlformats.org/officeDocument/2006/relationships/image" Target="../media/image114.jpeg"/><Relationship Id="rId8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115.png"/><Relationship Id="rId4" Type="http://schemas.openxmlformats.org/officeDocument/2006/relationships/image" Target="../media/image115.png"/><Relationship Id="rId5" Type="http://schemas.openxmlformats.org/officeDocument/2006/relationships/image" Target="../media/image115.png"/><Relationship Id="rId6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6.png"/><Relationship Id="rId3" Type="http://schemas.openxmlformats.org/officeDocument/2006/relationships/image" Target="../media/image116.png"/><Relationship Id="rId4" Type="http://schemas.openxmlformats.org/officeDocument/2006/relationships/image" Target="../media/image116.png"/><Relationship Id="rId5" Type="http://schemas.openxmlformats.org/officeDocument/2006/relationships/image" Target="../media/image116.png"/><Relationship Id="rId6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7.png"/><Relationship Id="rId3" Type="http://schemas.openxmlformats.org/officeDocument/2006/relationships/image" Target="../media/image26.png"/><Relationship Id="rId4" Type="http://schemas.openxmlformats.org/officeDocument/2006/relationships/image" Target="../media/image36.png"/><Relationship Id="rId5" Type="http://schemas.openxmlformats.org/officeDocument/2006/relationships/image" Target="../media/image53.png"/><Relationship Id="rId6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7.png"/><Relationship Id="rId5" Type="http://schemas.openxmlformats.org/officeDocument/2006/relationships/image" Target="../media/image119.png"/><Relationship Id="rId6" Type="http://schemas.openxmlformats.org/officeDocument/2006/relationships/image" Target="../media/image117.png"/><Relationship Id="rId7" Type="http://schemas.openxmlformats.org/officeDocument/2006/relationships/image" Target="../media/image120.png"/><Relationship Id="rId8" Type="http://schemas.openxmlformats.org/officeDocument/2006/relationships/image" Target="../media/image117.png"/><Relationship Id="rId9" Type="http://schemas.openxmlformats.org/officeDocument/2006/relationships/image" Target="../media/image121.png"/><Relationship Id="rId10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7.png"/><Relationship Id="rId5" Type="http://schemas.openxmlformats.org/officeDocument/2006/relationships/image" Target="../media/image119.png"/><Relationship Id="rId6" Type="http://schemas.openxmlformats.org/officeDocument/2006/relationships/image" Target="../media/image117.png"/><Relationship Id="rId7" Type="http://schemas.openxmlformats.org/officeDocument/2006/relationships/image" Target="../media/image120.png"/><Relationship Id="rId8" Type="http://schemas.openxmlformats.org/officeDocument/2006/relationships/image" Target="../media/image117.png"/><Relationship Id="rId9" Type="http://schemas.openxmlformats.org/officeDocument/2006/relationships/image" Target="../media/image121.png"/><Relationship Id="rId10" Type="http://schemas.openxmlformats.org/officeDocument/2006/relationships/image" Target="../media/image117.png"/><Relationship Id="rId11" Type="http://schemas.openxmlformats.org/officeDocument/2006/relationships/image" Target="../media/image122.png"/><Relationship Id="rId1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23.png"/><Relationship Id="rId3" Type="http://schemas.openxmlformats.org/officeDocument/2006/relationships/image" Target="../media/image118.png"/><Relationship Id="rId4" Type="http://schemas.openxmlformats.org/officeDocument/2006/relationships/image" Target="../media/image123.png"/><Relationship Id="rId5" Type="http://schemas.openxmlformats.org/officeDocument/2006/relationships/image" Target="../media/image119.png"/><Relationship Id="rId6" Type="http://schemas.openxmlformats.org/officeDocument/2006/relationships/image" Target="../media/image123.png"/><Relationship Id="rId7" Type="http://schemas.openxmlformats.org/officeDocument/2006/relationships/image" Target="../media/image120.png"/><Relationship Id="rId8" Type="http://schemas.openxmlformats.org/officeDocument/2006/relationships/image" Target="../media/image123.png"/><Relationship Id="rId9" Type="http://schemas.openxmlformats.org/officeDocument/2006/relationships/image" Target="../media/image121.png"/><Relationship Id="rId10" Type="http://schemas.openxmlformats.org/officeDocument/2006/relationships/image" Target="../media/image123.png"/><Relationship Id="rId11" Type="http://schemas.openxmlformats.org/officeDocument/2006/relationships/image" Target="../media/image122.png"/><Relationship Id="rId1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5.png"/><Relationship Id="rId5" Type="http://schemas.openxmlformats.org/officeDocument/2006/relationships/image" Target="../media/image125.png"/><Relationship Id="rId6" Type="http://schemas.openxmlformats.org/officeDocument/2006/relationships/image" Target="../media/image125.png"/><Relationship Id="rId7" Type="http://schemas.openxmlformats.org/officeDocument/2006/relationships/image" Target="../media/image125.png"/><Relationship Id="rId8" Type="http://schemas.openxmlformats.org/officeDocument/2006/relationships/image" Target="../media/image125.png"/><Relationship Id="rId9" Type="http://schemas.openxmlformats.org/officeDocument/2006/relationships/image" Target="../media/image125.png"/><Relationship Id="rId10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26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21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19.png"/><Relationship Id="rId23" Type="http://schemas.openxmlformats.org/officeDocument/2006/relationships/image" Target="../media/image40.png"/><Relationship Id="rId24" Type="http://schemas.openxmlformats.org/officeDocument/2006/relationships/image" Target="../media/image6.png"/><Relationship Id="rId25" Type="http://schemas.openxmlformats.org/officeDocument/2006/relationships/image" Target="../media/image41.png"/><Relationship Id="rId26" Type="http://schemas.openxmlformats.org/officeDocument/2006/relationships/image" Target="../media/image42.png"/><Relationship Id="rId27" Type="http://schemas.openxmlformats.org/officeDocument/2006/relationships/image" Target="../media/image43.png"/><Relationship Id="rId28" Type="http://schemas.openxmlformats.org/officeDocument/2006/relationships/image" Target="../media/image44.png"/><Relationship Id="rId29" Type="http://schemas.openxmlformats.org/officeDocument/2006/relationships/image" Target="../media/image45.png"/><Relationship Id="rId30" Type="http://schemas.openxmlformats.org/officeDocument/2006/relationships/image" Target="../media/image46.png"/><Relationship Id="rId31" Type="http://schemas.openxmlformats.org/officeDocument/2006/relationships/image" Target="../media/image47.png"/><Relationship Id="rId32" Type="http://schemas.openxmlformats.org/officeDocument/2006/relationships/image" Target="../media/image48.png"/><Relationship Id="rId33" Type="http://schemas.openxmlformats.org/officeDocument/2006/relationships/image" Target="../media/image49.png"/><Relationship Id="rId34" Type="http://schemas.openxmlformats.org/officeDocument/2006/relationships/image" Target="../media/image50.png"/><Relationship Id="rId35" Type="http://schemas.openxmlformats.org/officeDocument/2006/relationships/image" Target="../media/image51.png"/><Relationship Id="rId36" Type="http://schemas.openxmlformats.org/officeDocument/2006/relationships/image" Target="../media/image52.png"/><Relationship Id="rId37" Type="http://schemas.openxmlformats.org/officeDocument/2006/relationships/image" Target="../media/image53.png"/><Relationship Id="rId38" Type="http://schemas.openxmlformats.org/officeDocument/2006/relationships/image" Target="../media/image54.png"/><Relationship Id="rId39" Type="http://schemas.openxmlformats.org/officeDocument/2006/relationships/image" Target="../media/image55.png"/><Relationship Id="rId40" Type="http://schemas.openxmlformats.org/officeDocument/2006/relationships/image" Target="../media/image56.png"/><Relationship Id="rId41" Type="http://schemas.openxmlformats.org/officeDocument/2006/relationships/image" Target="../media/image57.png"/><Relationship Id="rId42" Type="http://schemas.openxmlformats.org/officeDocument/2006/relationships/image" Target="../media/image58.png"/><Relationship Id="rId43" Type="http://schemas.openxmlformats.org/officeDocument/2006/relationships/image" Target="../media/image59.png"/><Relationship Id="rId44" Type="http://schemas.openxmlformats.org/officeDocument/2006/relationships/image" Target="../media/image60.png"/><Relationship Id="rId45" Type="http://schemas.openxmlformats.org/officeDocument/2006/relationships/image" Target="../media/image61.png"/><Relationship Id="rId46" Type="http://schemas.openxmlformats.org/officeDocument/2006/relationships/image" Target="../media/image62.png"/><Relationship Id="rId47" Type="http://schemas.openxmlformats.org/officeDocument/2006/relationships/image" Target="../media/image63.png"/><Relationship Id="rId48" Type="http://schemas.openxmlformats.org/officeDocument/2006/relationships/image" Target="../media/image64.png"/><Relationship Id="rId49" Type="http://schemas.openxmlformats.org/officeDocument/2006/relationships/image" Target="../media/image65.png"/><Relationship Id="rId50" Type="http://schemas.openxmlformats.org/officeDocument/2006/relationships/image" Target="../media/image66.png"/><Relationship Id="rId51" Type="http://schemas.openxmlformats.org/officeDocument/2006/relationships/image" Target="../media/image67.png"/><Relationship Id="rId52" Type="http://schemas.openxmlformats.org/officeDocument/2006/relationships/image" Target="../media/image68.png"/><Relationship Id="rId53" Type="http://schemas.openxmlformats.org/officeDocument/2006/relationships/image" Target="../media/image69.png"/><Relationship Id="rId54" Type="http://schemas.openxmlformats.org/officeDocument/2006/relationships/image" Target="../media/image70.png"/><Relationship Id="rId55" Type="http://schemas.openxmlformats.org/officeDocument/2006/relationships/image" Target="../media/image71.png"/><Relationship Id="rId56" Type="http://schemas.openxmlformats.org/officeDocument/2006/relationships/image" Target="../media/image72.png"/><Relationship Id="rId57" Type="http://schemas.openxmlformats.org/officeDocument/2006/relationships/image" Target="../media/image73.png"/><Relationship Id="rId58" Type="http://schemas.openxmlformats.org/officeDocument/2006/relationships/image" Target="../media/image74.png"/><Relationship Id="rId59" Type="http://schemas.openxmlformats.org/officeDocument/2006/relationships/image" Target="../media/image75.png"/><Relationship Id="rId60" Type="http://schemas.openxmlformats.org/officeDocument/2006/relationships/image" Target="../media/image76.png"/><Relationship Id="rId61" Type="http://schemas.openxmlformats.org/officeDocument/2006/relationships/image" Target="../media/image77.png"/><Relationship Id="rId62" Type="http://schemas.openxmlformats.org/officeDocument/2006/relationships/image" Target="../media/image78.png"/><Relationship Id="rId63" Type="http://schemas.openxmlformats.org/officeDocument/2006/relationships/image" Target="../media/image79.png"/><Relationship Id="rId64" Type="http://schemas.openxmlformats.org/officeDocument/2006/relationships/image" Target="../media/image80.png"/><Relationship Id="rId65" Type="http://schemas.openxmlformats.org/officeDocument/2006/relationships/image" Target="../media/image81.png"/><Relationship Id="rId66" Type="http://schemas.openxmlformats.org/officeDocument/2006/relationships/image" Target="../media/image82.png"/><Relationship Id="rId67" Type="http://schemas.openxmlformats.org/officeDocument/2006/relationships/image" Target="../media/image83.png"/><Relationship Id="rId68" Type="http://schemas.openxmlformats.org/officeDocument/2006/relationships/image" Target="../media/image84.png"/><Relationship Id="rId69" Type="http://schemas.openxmlformats.org/officeDocument/2006/relationships/image" Target="../media/image85.png"/><Relationship Id="rId70" Type="http://schemas.openxmlformats.org/officeDocument/2006/relationships/image" Target="../media/image86.png"/><Relationship Id="rId71" Type="http://schemas.openxmlformats.org/officeDocument/2006/relationships/image" Target="../media/image87.png"/><Relationship Id="rId72" Type="http://schemas.openxmlformats.org/officeDocument/2006/relationships/image" Target="../media/image88.png"/><Relationship Id="rId73" Type="http://schemas.openxmlformats.org/officeDocument/2006/relationships/image" Target="../media/image127.png"/><Relationship Id="rId74" Type="http://schemas.openxmlformats.org/officeDocument/2006/relationships/image" Target="../media/image128.png"/><Relationship Id="rId75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89.png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4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5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7.png"/><Relationship Id="rId14" Type="http://schemas.openxmlformats.org/officeDocument/2006/relationships/image" Target="../media/image99.png"/><Relationship Id="rId15" Type="http://schemas.openxmlformats.org/officeDocument/2006/relationships/image" Target="../media/image100.png"/><Relationship Id="rId16" Type="http://schemas.openxmlformats.org/officeDocument/2006/relationships/image" Target="../media/image101.png"/><Relationship Id="rId17" Type="http://schemas.openxmlformats.org/officeDocument/2006/relationships/image" Target="../media/image102.png"/><Relationship Id="rId18" Type="http://schemas.openxmlformats.org/officeDocument/2006/relationships/image" Target="../media/image103.png"/><Relationship Id="rId19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" name=""/>
          <p:cNvSpPr/>
          <p:nvPr/>
        </p:nvSpPr>
        <p:spPr>
          <a:xfrm>
            <a:off x="-75960" y="0"/>
            <a:ext cx="9219960" cy="5143680"/>
          </a:xfrm>
          <a:custGeom>
            <a:avLst/>
            <a:gdLst/>
            <a:ahLst/>
            <a:rect l="0" t="0" r="r" b="b"/>
            <a:pathLst>
              <a:path w="25611" h="14288">
                <a:moveTo>
                  <a:pt x="0" y="0"/>
                </a:moveTo>
                <a:lnTo>
                  <a:pt x="25611" y="0"/>
                </a:lnTo>
                <a:lnTo>
                  <a:pt x="25611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2"/>
          <a:stretch/>
        </p:blipFill>
        <p:spPr>
          <a:xfrm>
            <a:off x="-75960" y="-506520"/>
            <a:ext cx="9219600" cy="9219240"/>
          </a:xfrm>
          <a:prstGeom prst="rect">
            <a:avLst/>
          </a:prstGeom>
          <a:ln w="0">
            <a:noFill/>
          </a:ln>
        </p:spPr>
      </p:pic>
      <p:pic>
        <p:nvPicPr>
          <p:cNvPr id="8" name="" descr=""/>
          <p:cNvPicPr/>
          <p:nvPr/>
        </p:nvPicPr>
        <p:blipFill>
          <a:blip r:embed="rId3"/>
          <a:stretch/>
        </p:blipFill>
        <p:spPr>
          <a:xfrm>
            <a:off x="233280" y="381960"/>
            <a:ext cx="4561200" cy="815040"/>
          </a:xfrm>
          <a:prstGeom prst="rect">
            <a:avLst/>
          </a:prstGeom>
          <a:ln w="0">
            <a:noFill/>
          </a:ln>
        </p:spPr>
      </p:pic>
      <p:sp>
        <p:nvSpPr>
          <p:cNvPr id="9" name=""/>
          <p:cNvSpPr/>
          <p:nvPr/>
        </p:nvSpPr>
        <p:spPr>
          <a:xfrm>
            <a:off x="433080" y="553320"/>
            <a:ext cx="4161960" cy="415800"/>
          </a:xfrm>
          <a:custGeom>
            <a:avLst/>
            <a:gdLst/>
            <a:ahLst/>
            <a:rect l="0" t="0" r="r" b="b"/>
            <a:pathLst>
              <a:path w="11561" h="1155">
                <a:moveTo>
                  <a:pt x="0" y="192"/>
                </a:moveTo>
                <a:cubicBezTo>
                  <a:pt x="0" y="86"/>
                  <a:pt x="86" y="0"/>
                  <a:pt x="192" y="0"/>
                </a:cubicBezTo>
                <a:lnTo>
                  <a:pt x="11368" y="0"/>
                </a:lnTo>
                <a:cubicBezTo>
                  <a:pt x="11419" y="0"/>
                  <a:pt x="11468" y="20"/>
                  <a:pt x="11504" y="56"/>
                </a:cubicBezTo>
                <a:cubicBezTo>
                  <a:pt x="11540" y="92"/>
                  <a:pt x="11561" y="141"/>
                  <a:pt x="11561" y="192"/>
                </a:cubicBezTo>
                <a:lnTo>
                  <a:pt x="11561" y="963"/>
                </a:lnTo>
                <a:cubicBezTo>
                  <a:pt x="11561" y="1069"/>
                  <a:pt x="11474" y="1155"/>
                  <a:pt x="11368" y="1155"/>
                </a:cubicBezTo>
                <a:lnTo>
                  <a:pt x="192" y="1155"/>
                </a:lnTo>
                <a:cubicBezTo>
                  <a:pt x="86" y="1155"/>
                  <a:pt x="0" y="1069"/>
                  <a:pt x="0" y="963"/>
                </a:cubicBezTo>
                <a:lnTo>
                  <a:pt x="0" y="192"/>
                </a:lnTo>
                <a:close/>
              </a:path>
            </a:pathLst>
          </a:custGeom>
          <a:solidFill>
            <a:srgbClr val="740f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433080" y="1890720"/>
            <a:ext cx="7584480" cy="1447200"/>
          </a:xfrm>
          <a:custGeom>
            <a:avLst/>
            <a:gdLst/>
            <a:ahLst/>
            <a:rect l="0" t="0" r="r" b="b"/>
            <a:pathLst>
              <a:path w="21068" h="4020">
                <a:moveTo>
                  <a:pt x="0" y="0"/>
                </a:moveTo>
                <a:lnTo>
                  <a:pt x="21068" y="0"/>
                </a:lnTo>
                <a:lnTo>
                  <a:pt x="21068" y="4020"/>
                </a:lnTo>
                <a:lnTo>
                  <a:pt x="0" y="402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18760" y="1919520"/>
            <a:ext cx="3663000" cy="710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100" spc="-1" strike="noStrike">
                <a:solidFill>
                  <a:srgbClr val="ffffff"/>
                </a:solidFill>
                <a:latin typeface="Roboto"/>
                <a:ea typeface="Roboto"/>
              </a:rPr>
              <a:t>Тема вашего </a:t>
            </a:r>
            <a:endParaRPr b="0" lang="en-US" sz="4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572040" y="553320"/>
            <a:ext cx="4341600" cy="415800"/>
          </a:xfrm>
          <a:custGeom>
            <a:avLst/>
            <a:gdLst/>
            <a:ahLst/>
            <a:rect l="0" t="0" r="r" b="b"/>
            <a:pathLst>
              <a:path w="12060" h="1155">
                <a:moveTo>
                  <a:pt x="0" y="0"/>
                </a:moveTo>
                <a:lnTo>
                  <a:pt x="12060" y="0"/>
                </a:lnTo>
                <a:lnTo>
                  <a:pt x="12060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18760" y="2544480"/>
            <a:ext cx="2225880" cy="710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100" spc="-1" strike="noStrike">
                <a:solidFill>
                  <a:srgbClr val="ffffff"/>
                </a:solidFill>
                <a:latin typeface="Roboto"/>
                <a:ea typeface="Roboto"/>
              </a:rPr>
              <a:t>проекта</a:t>
            </a:r>
            <a:endParaRPr b="0" lang="en-US" sz="4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7913520" y="268560"/>
            <a:ext cx="822600" cy="285120"/>
          </a:xfrm>
          <a:custGeom>
            <a:avLst/>
            <a:gdLst/>
            <a:ahLst/>
            <a:rect l="0" t="0" r="r" b="b"/>
            <a:pathLst>
              <a:path w="2285" h="792">
                <a:moveTo>
                  <a:pt x="0" y="0"/>
                </a:moveTo>
                <a:lnTo>
                  <a:pt x="2285" y="0"/>
                </a:lnTo>
                <a:lnTo>
                  <a:pt x="2285" y="792"/>
                </a:lnTo>
                <a:lnTo>
                  <a:pt x="0" y="79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4"/>
          <a:stretch/>
        </p:blipFill>
        <p:spPr>
          <a:xfrm>
            <a:off x="7913880" y="268920"/>
            <a:ext cx="821880" cy="284400"/>
          </a:xfrm>
          <a:prstGeom prst="rect">
            <a:avLst/>
          </a:prstGeom>
          <a:ln w="0">
            <a:noFill/>
          </a:ln>
        </p:spPr>
      </p:pic>
      <p:sp>
        <p:nvSpPr>
          <p:cNvPr id="16" name=""/>
          <p:cNvSpPr/>
          <p:nvPr/>
        </p:nvSpPr>
        <p:spPr>
          <a:xfrm>
            <a:off x="6807960" y="2112840"/>
            <a:ext cx="1788120" cy="2850120"/>
          </a:xfrm>
          <a:custGeom>
            <a:avLst/>
            <a:gdLst/>
            <a:ahLst/>
            <a:rect l="0" t="0" r="r" b="b"/>
            <a:pathLst>
              <a:path w="4967" h="7917">
                <a:moveTo>
                  <a:pt x="0" y="0"/>
                </a:moveTo>
                <a:lnTo>
                  <a:pt x="4967" y="0"/>
                </a:lnTo>
                <a:lnTo>
                  <a:pt x="4967" y="7917"/>
                </a:lnTo>
                <a:lnTo>
                  <a:pt x="0" y="791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7" name="" descr=""/>
          <p:cNvPicPr/>
          <p:nvPr/>
        </p:nvPicPr>
        <p:blipFill>
          <a:blip r:embed="rId5"/>
          <a:stretch/>
        </p:blipFill>
        <p:spPr>
          <a:xfrm>
            <a:off x="6807960" y="2113200"/>
            <a:ext cx="1787400" cy="2849040"/>
          </a:xfrm>
          <a:prstGeom prst="rect">
            <a:avLst/>
          </a:prstGeom>
          <a:ln w="0">
            <a:noFill/>
          </a:ln>
        </p:spPr>
      </p:pic>
      <p:sp>
        <p:nvSpPr>
          <p:cNvPr id="18" name=""/>
          <p:cNvSpPr txBox="1"/>
          <p:nvPr/>
        </p:nvSpPr>
        <p:spPr>
          <a:xfrm>
            <a:off x="657720" y="618480"/>
            <a:ext cx="1472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4f4f6"/>
                </a:solidFill>
                <a:latin typeface="Roboto"/>
                <a:ea typeface="Roboto"/>
              </a:rPr>
              <a:t>Название курса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744120" y="1415880"/>
            <a:ext cx="7935480" cy="1416240"/>
          </a:xfrm>
          <a:custGeom>
            <a:avLst/>
            <a:gdLst/>
            <a:ahLst/>
            <a:rect l="0" t="0" r="r" b="b"/>
            <a:pathLst>
              <a:path w="22043" h="3934">
                <a:moveTo>
                  <a:pt x="0" y="0"/>
                </a:moveTo>
                <a:lnTo>
                  <a:pt x="22043" y="0"/>
                </a:lnTo>
                <a:lnTo>
                  <a:pt x="22043" y="3934"/>
                </a:lnTo>
                <a:lnTo>
                  <a:pt x="0" y="393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829800" y="1459080"/>
            <a:ext cx="5400360" cy="692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000" spc="-1" strike="noStrike">
                <a:solidFill>
                  <a:srgbClr val="000000"/>
                </a:solidFill>
                <a:latin typeface="Roboto"/>
                <a:ea typeface="Roboto"/>
              </a:rPr>
              <a:t>Меня хорошо видно</a:t>
            </a:r>
            <a:endParaRPr b="0" lang="en-US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544040" y="3840840"/>
            <a:ext cx="545760" cy="546120"/>
          </a:xfrm>
          <a:custGeom>
            <a:avLst/>
            <a:gdLst/>
            <a:ahLst/>
            <a:rect l="0" t="0" r="r" b="b"/>
            <a:pathLst>
              <a:path w="1516" h="1517">
                <a:moveTo>
                  <a:pt x="0" y="0"/>
                </a:moveTo>
                <a:lnTo>
                  <a:pt x="1516" y="0"/>
                </a:lnTo>
                <a:lnTo>
                  <a:pt x="1516" y="1517"/>
                </a:lnTo>
                <a:lnTo>
                  <a:pt x="0" y="151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4" name="" descr=""/>
          <p:cNvPicPr/>
          <p:nvPr/>
        </p:nvPicPr>
        <p:blipFill>
          <a:blip r:embed="rId2"/>
          <a:stretch/>
        </p:blipFill>
        <p:spPr>
          <a:xfrm>
            <a:off x="1544040" y="3841200"/>
            <a:ext cx="545400" cy="545400"/>
          </a:xfrm>
          <a:prstGeom prst="rect">
            <a:avLst/>
          </a:prstGeom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825480" y="3890880"/>
            <a:ext cx="537480" cy="537480"/>
          </a:xfrm>
          <a:custGeom>
            <a:avLst/>
            <a:gdLst/>
            <a:ahLst/>
            <a:rect l="0" t="0" r="r" b="b"/>
            <a:pathLst>
              <a:path w="1493" h="1493">
                <a:moveTo>
                  <a:pt x="0" y="0"/>
                </a:moveTo>
                <a:lnTo>
                  <a:pt x="1493" y="0"/>
                </a:lnTo>
                <a:lnTo>
                  <a:pt x="1493" y="1493"/>
                </a:lnTo>
                <a:lnTo>
                  <a:pt x="0" y="149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6" name="" descr=""/>
          <p:cNvPicPr/>
          <p:nvPr/>
        </p:nvPicPr>
        <p:blipFill>
          <a:blip r:embed="rId3"/>
          <a:stretch/>
        </p:blipFill>
        <p:spPr>
          <a:xfrm>
            <a:off x="825480" y="3890880"/>
            <a:ext cx="536760" cy="536760"/>
          </a:xfrm>
          <a:prstGeom prst="rect">
            <a:avLst/>
          </a:prstGeom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829800" y="2068560"/>
            <a:ext cx="2916000" cy="692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000" spc="-1" strike="noStrike">
                <a:solidFill>
                  <a:srgbClr val="000000"/>
                </a:solidFill>
                <a:latin typeface="Roboto"/>
                <a:ea typeface="Roboto"/>
              </a:rPr>
              <a:t>&amp; слышно?</a:t>
            </a:r>
            <a:endParaRPr b="0" lang="en-US" sz="4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0" name=""/>
          <p:cNvSpPr/>
          <p:nvPr/>
        </p:nvSpPr>
        <p:spPr>
          <a:xfrm>
            <a:off x="500400" y="821160"/>
            <a:ext cx="8520840" cy="1841760"/>
          </a:xfrm>
          <a:custGeom>
            <a:avLst/>
            <a:gdLst/>
            <a:ahLst/>
            <a:rect l="0" t="0" r="r" b="b"/>
            <a:pathLst>
              <a:path w="23669" h="5116">
                <a:moveTo>
                  <a:pt x="0" y="0"/>
                </a:moveTo>
                <a:lnTo>
                  <a:pt x="23669" y="0"/>
                </a:lnTo>
                <a:lnTo>
                  <a:pt x="23669" y="5116"/>
                </a:lnTo>
                <a:lnTo>
                  <a:pt x="0" y="511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86440" y="865440"/>
            <a:ext cx="329400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Защита проекта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9640" y="2155320"/>
            <a:ext cx="2350440" cy="2318760"/>
          </a:xfrm>
          <a:custGeom>
            <a:avLst/>
            <a:gdLst/>
            <a:ahLst/>
            <a:rect l="0" t="0" r="r" b="b"/>
            <a:pathLst>
              <a:path w="6529" h="6441">
                <a:moveTo>
                  <a:pt x="0" y="3220"/>
                </a:moveTo>
                <a:cubicBezTo>
                  <a:pt x="0" y="1441"/>
                  <a:pt x="1462" y="0"/>
                  <a:pt x="3265" y="0"/>
                </a:cubicBezTo>
                <a:cubicBezTo>
                  <a:pt x="4131" y="0"/>
                  <a:pt x="4961" y="339"/>
                  <a:pt x="5573" y="943"/>
                </a:cubicBezTo>
                <a:cubicBezTo>
                  <a:pt x="6185" y="1547"/>
                  <a:pt x="6529" y="2366"/>
                  <a:pt x="6529" y="3220"/>
                </a:cubicBezTo>
                <a:cubicBezTo>
                  <a:pt x="6529" y="4999"/>
                  <a:pt x="5068" y="6441"/>
                  <a:pt x="3265" y="6441"/>
                </a:cubicBezTo>
                <a:cubicBezTo>
                  <a:pt x="1462" y="6441"/>
                  <a:pt x="0" y="4999"/>
                  <a:pt x="0" y="3220"/>
                </a:cubicBez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3" name="" descr=""/>
          <p:cNvPicPr/>
          <p:nvPr/>
        </p:nvPicPr>
        <p:blipFill>
          <a:blip r:embed="rId2"/>
          <a:stretch/>
        </p:blipFill>
        <p:spPr>
          <a:xfrm>
            <a:off x="630000" y="858600"/>
            <a:ext cx="2349720" cy="4192200"/>
          </a:xfrm>
          <a:prstGeom prst="rect">
            <a:avLst/>
          </a:prstGeom>
          <a:ln w="0">
            <a:noFill/>
          </a:ln>
        </p:spPr>
      </p:pic>
      <p:sp>
        <p:nvSpPr>
          <p:cNvPr id="34" name=""/>
          <p:cNvSpPr/>
          <p:nvPr/>
        </p:nvSpPr>
        <p:spPr>
          <a:xfrm>
            <a:off x="3899160" y="2746080"/>
            <a:ext cx="3702240" cy="376200"/>
          </a:xfrm>
          <a:custGeom>
            <a:avLst/>
            <a:gdLst/>
            <a:ahLst/>
            <a:rect l="0" t="0" r="r" b="b"/>
            <a:pathLst>
              <a:path w="10284" h="1045">
                <a:moveTo>
                  <a:pt x="0" y="0"/>
                </a:moveTo>
                <a:lnTo>
                  <a:pt x="10284" y="0"/>
                </a:lnTo>
                <a:lnTo>
                  <a:pt x="10284" y="1045"/>
                </a:lnTo>
                <a:lnTo>
                  <a:pt x="0" y="1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86440" y="1322640"/>
            <a:ext cx="120456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Тема: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3899160" y="3121920"/>
            <a:ext cx="5337720" cy="385200"/>
          </a:xfrm>
          <a:custGeom>
            <a:avLst/>
            <a:gdLst/>
            <a:ahLst/>
            <a:rect l="0" t="0" r="r" b="b"/>
            <a:pathLst>
              <a:path w="14827" h="1070">
                <a:moveTo>
                  <a:pt x="0" y="0"/>
                </a:moveTo>
                <a:lnTo>
                  <a:pt x="14827" y="0"/>
                </a:lnTo>
                <a:lnTo>
                  <a:pt x="14827" y="1070"/>
                </a:lnTo>
                <a:lnTo>
                  <a:pt x="0" y="107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985200" y="2744280"/>
            <a:ext cx="2032200" cy="39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00" spc="-1" strike="noStrike">
                <a:solidFill>
                  <a:srgbClr val="9857f3"/>
                </a:solidFill>
                <a:latin typeface="Roboto"/>
                <a:ea typeface="Roboto"/>
              </a:rPr>
              <a:t>Иван Иванов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985200" y="3189960"/>
            <a:ext cx="28918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Кратко о вас и вашей деятельности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1" name=""/>
          <p:cNvSpPr/>
          <p:nvPr/>
        </p:nvSpPr>
        <p:spPr>
          <a:xfrm>
            <a:off x="538200" y="348840"/>
            <a:ext cx="8521200" cy="662040"/>
          </a:xfrm>
          <a:custGeom>
            <a:avLst/>
            <a:gdLst/>
            <a:ahLst/>
            <a:rect l="0" t="0" r="r" b="b"/>
            <a:pathLst>
              <a:path w="23670" h="1839">
                <a:moveTo>
                  <a:pt x="0" y="0"/>
                </a:moveTo>
                <a:lnTo>
                  <a:pt x="23670" y="0"/>
                </a:lnTo>
                <a:lnTo>
                  <a:pt x="23670" y="1839"/>
                </a:lnTo>
                <a:lnTo>
                  <a:pt x="0" y="18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1073160" y="1182240"/>
            <a:ext cx="3498840" cy="490320"/>
          </a:xfrm>
          <a:prstGeom prst="rect">
            <a:avLst/>
          </a:prstGeom>
          <a:ln w="0">
            <a:noFill/>
          </a:ln>
        </p:spPr>
      </p:pic>
      <p:sp>
        <p:nvSpPr>
          <p:cNvPr id="43" name=""/>
          <p:cNvSpPr/>
          <p:nvPr/>
        </p:nvSpPr>
        <p:spPr>
          <a:xfrm>
            <a:off x="1130040" y="1220040"/>
            <a:ext cx="3385080" cy="376560"/>
          </a:xfrm>
          <a:custGeom>
            <a:avLst/>
            <a:gdLst/>
            <a:ahLst/>
            <a:rect l="0" t="0" r="r" b="b"/>
            <a:pathLst>
              <a:path w="9403" h="1046">
                <a:moveTo>
                  <a:pt x="0" y="174"/>
                </a:moveTo>
                <a:cubicBezTo>
                  <a:pt x="0" y="78"/>
                  <a:pt x="78" y="0"/>
                  <a:pt x="174" y="0"/>
                </a:cubicBezTo>
                <a:lnTo>
                  <a:pt x="9229" y="0"/>
                </a:lnTo>
                <a:cubicBezTo>
                  <a:pt x="9275" y="0"/>
                  <a:pt x="9320" y="18"/>
                  <a:pt x="9352" y="51"/>
                </a:cubicBezTo>
                <a:cubicBezTo>
                  <a:pt x="9385" y="84"/>
                  <a:pt x="9403" y="128"/>
                  <a:pt x="9403" y="174"/>
                </a:cubicBezTo>
                <a:lnTo>
                  <a:pt x="9403" y="872"/>
                </a:lnTo>
                <a:cubicBezTo>
                  <a:pt x="9403" y="968"/>
                  <a:pt x="9325" y="1046"/>
                  <a:pt x="9229" y="1046"/>
                </a:cubicBezTo>
                <a:lnTo>
                  <a:pt x="174" y="1046"/>
                </a:lnTo>
                <a:cubicBezTo>
                  <a:pt x="78" y="1046"/>
                  <a:pt x="0" y="968"/>
                  <a:pt x="0" y="872"/>
                </a:cubicBezTo>
                <a:lnTo>
                  <a:pt x="0" y="17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24240" y="391680"/>
            <a:ext cx="282456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100" spc="-1" strike="noStrike">
                <a:solidFill>
                  <a:srgbClr val="000000"/>
                </a:solidFill>
                <a:latin typeface="Roboto"/>
                <a:ea typeface="Roboto"/>
              </a:rPr>
              <a:t>План защиты</a:t>
            </a:r>
            <a:endParaRPr b="0" lang="en-US" sz="31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5" name="" descr=""/>
          <p:cNvPicPr/>
          <p:nvPr/>
        </p:nvPicPr>
        <p:blipFill>
          <a:blip r:embed="rId3"/>
          <a:stretch/>
        </p:blipFill>
        <p:spPr>
          <a:xfrm>
            <a:off x="1073160" y="1762200"/>
            <a:ext cx="3498840" cy="490320"/>
          </a:xfrm>
          <a:prstGeom prst="rect">
            <a:avLst/>
          </a:prstGeom>
          <a:ln w="0">
            <a:noFill/>
          </a:ln>
        </p:spPr>
      </p:pic>
      <p:sp>
        <p:nvSpPr>
          <p:cNvPr id="46" name=""/>
          <p:cNvSpPr/>
          <p:nvPr/>
        </p:nvSpPr>
        <p:spPr>
          <a:xfrm>
            <a:off x="1130040" y="1800360"/>
            <a:ext cx="3385080" cy="376560"/>
          </a:xfrm>
          <a:custGeom>
            <a:avLst/>
            <a:gdLst/>
            <a:ahLst/>
            <a:rect l="0" t="0" r="r" b="b"/>
            <a:pathLst>
              <a:path w="9403" h="1046">
                <a:moveTo>
                  <a:pt x="0" y="174"/>
                </a:moveTo>
                <a:cubicBezTo>
                  <a:pt x="0" y="77"/>
                  <a:pt x="78" y="0"/>
                  <a:pt x="174" y="0"/>
                </a:cubicBezTo>
                <a:lnTo>
                  <a:pt x="9229" y="0"/>
                </a:lnTo>
                <a:cubicBezTo>
                  <a:pt x="9275" y="0"/>
                  <a:pt x="9320" y="18"/>
                  <a:pt x="9352" y="51"/>
                </a:cubicBezTo>
                <a:cubicBezTo>
                  <a:pt x="9385" y="83"/>
                  <a:pt x="9403" y="127"/>
                  <a:pt x="9403" y="174"/>
                </a:cubicBezTo>
                <a:lnTo>
                  <a:pt x="9403" y="871"/>
                </a:lnTo>
                <a:cubicBezTo>
                  <a:pt x="9403" y="968"/>
                  <a:pt x="9325" y="1046"/>
                  <a:pt x="9229" y="1046"/>
                </a:cubicBezTo>
                <a:lnTo>
                  <a:pt x="174" y="1046"/>
                </a:lnTo>
                <a:cubicBezTo>
                  <a:pt x="78" y="1046"/>
                  <a:pt x="0" y="968"/>
                  <a:pt x="0" y="871"/>
                </a:cubicBezTo>
                <a:lnTo>
                  <a:pt x="0" y="17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310400" y="1284120"/>
            <a:ext cx="1204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Цели проекта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8" name="" descr=""/>
          <p:cNvPicPr/>
          <p:nvPr/>
        </p:nvPicPr>
        <p:blipFill>
          <a:blip r:embed="rId4"/>
          <a:stretch/>
        </p:blipFill>
        <p:spPr>
          <a:xfrm>
            <a:off x="1073160" y="2342520"/>
            <a:ext cx="3498840" cy="49032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/>
          <p:nvPr/>
        </p:nvSpPr>
        <p:spPr>
          <a:xfrm>
            <a:off x="1130040" y="2380320"/>
            <a:ext cx="3385080" cy="376560"/>
          </a:xfrm>
          <a:custGeom>
            <a:avLst/>
            <a:gdLst/>
            <a:ahLst/>
            <a:rect l="0" t="0" r="r" b="b"/>
            <a:pathLst>
              <a:path w="9403" h="1046">
                <a:moveTo>
                  <a:pt x="0" y="174"/>
                </a:moveTo>
                <a:cubicBezTo>
                  <a:pt x="0" y="78"/>
                  <a:pt x="78" y="0"/>
                  <a:pt x="174" y="0"/>
                </a:cubicBezTo>
                <a:lnTo>
                  <a:pt x="9229" y="0"/>
                </a:lnTo>
                <a:cubicBezTo>
                  <a:pt x="9275" y="0"/>
                  <a:pt x="9320" y="18"/>
                  <a:pt x="9352" y="51"/>
                </a:cubicBezTo>
                <a:cubicBezTo>
                  <a:pt x="9385" y="84"/>
                  <a:pt x="9403" y="128"/>
                  <a:pt x="9403" y="174"/>
                </a:cubicBezTo>
                <a:lnTo>
                  <a:pt x="9403" y="872"/>
                </a:lnTo>
                <a:cubicBezTo>
                  <a:pt x="9403" y="968"/>
                  <a:pt x="9325" y="1046"/>
                  <a:pt x="9229" y="1046"/>
                </a:cubicBezTo>
                <a:lnTo>
                  <a:pt x="174" y="1046"/>
                </a:lnTo>
                <a:cubicBezTo>
                  <a:pt x="78" y="1046"/>
                  <a:pt x="0" y="968"/>
                  <a:pt x="0" y="872"/>
                </a:cubicBezTo>
                <a:lnTo>
                  <a:pt x="0" y="17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310400" y="1864440"/>
            <a:ext cx="1774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Что планировалось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1" name="" descr=""/>
          <p:cNvPicPr/>
          <p:nvPr/>
        </p:nvPicPr>
        <p:blipFill>
          <a:blip r:embed="rId5"/>
          <a:stretch/>
        </p:blipFill>
        <p:spPr>
          <a:xfrm>
            <a:off x="1073160" y="2936880"/>
            <a:ext cx="3498840" cy="490320"/>
          </a:xfrm>
          <a:prstGeom prst="rect">
            <a:avLst/>
          </a:prstGeom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1130040" y="2975040"/>
            <a:ext cx="3385080" cy="376560"/>
          </a:xfrm>
          <a:custGeom>
            <a:avLst/>
            <a:gdLst/>
            <a:ahLst/>
            <a:rect l="0" t="0" r="r" b="b"/>
            <a:pathLst>
              <a:path w="9403" h="1046">
                <a:moveTo>
                  <a:pt x="0" y="174"/>
                </a:moveTo>
                <a:cubicBezTo>
                  <a:pt x="0" y="78"/>
                  <a:pt x="78" y="0"/>
                  <a:pt x="174" y="0"/>
                </a:cubicBezTo>
                <a:lnTo>
                  <a:pt x="9229" y="0"/>
                </a:lnTo>
                <a:cubicBezTo>
                  <a:pt x="9275" y="0"/>
                  <a:pt x="9320" y="18"/>
                  <a:pt x="9352" y="51"/>
                </a:cubicBezTo>
                <a:cubicBezTo>
                  <a:pt x="9385" y="83"/>
                  <a:pt x="9403" y="128"/>
                  <a:pt x="9403" y="174"/>
                </a:cubicBezTo>
                <a:lnTo>
                  <a:pt x="9403" y="871"/>
                </a:lnTo>
                <a:cubicBezTo>
                  <a:pt x="9403" y="968"/>
                  <a:pt x="9325" y="1046"/>
                  <a:pt x="9229" y="1046"/>
                </a:cubicBezTo>
                <a:lnTo>
                  <a:pt x="174" y="1046"/>
                </a:lnTo>
                <a:cubicBezTo>
                  <a:pt x="78" y="1046"/>
                  <a:pt x="0" y="968"/>
                  <a:pt x="0" y="871"/>
                </a:cubicBezTo>
                <a:lnTo>
                  <a:pt x="0" y="17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310400" y="2444400"/>
            <a:ext cx="17290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Схемы/архитектура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891720" y="1407960"/>
            <a:ext cx="239040" cy="580680"/>
          </a:xfrm>
          <a:custGeom>
            <a:avLst/>
            <a:gdLst/>
            <a:ahLst/>
            <a:rect l="0" t="0" r="r" b="b"/>
            <a:pathLst>
              <a:path w="664" h="1613">
                <a:moveTo>
                  <a:pt x="663" y="0"/>
                </a:moveTo>
                <a:lnTo>
                  <a:pt x="0" y="0"/>
                </a:lnTo>
                <a:lnTo>
                  <a:pt x="0" y="1613"/>
                </a:lnTo>
                <a:lnTo>
                  <a:pt x="664" y="1613"/>
                </a:lnTo>
                <a:lnTo>
                  <a:pt x="663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891720" y="1407960"/>
            <a:ext cx="239040" cy="580680"/>
          </a:xfrm>
          <a:custGeom>
            <a:avLst/>
            <a:gdLst/>
            <a:ahLst/>
            <a:rect l="0" t="0" r="r" b="b"/>
            <a:pathLst>
              <a:path fill="none" w="664" h="1613">
                <a:moveTo>
                  <a:pt x="663" y="0"/>
                </a:moveTo>
                <a:lnTo>
                  <a:pt x="0" y="0"/>
                </a:lnTo>
                <a:lnTo>
                  <a:pt x="0" y="1613"/>
                </a:lnTo>
                <a:lnTo>
                  <a:pt x="664" y="1613"/>
                </a:lnTo>
              </a:path>
            </a:pathLst>
          </a:custGeom>
          <a:ln w="9360">
            <a:solidFill>
              <a:srgbClr val="9857f3"/>
            </a:solidFill>
            <a:custDash>
              <a:ds d="403846" sp="303846"/>
            </a:custDash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891720" y="1988280"/>
            <a:ext cx="239040" cy="580680"/>
          </a:xfrm>
          <a:custGeom>
            <a:avLst/>
            <a:gdLst/>
            <a:ahLst/>
            <a:rect l="0" t="0" r="r" b="b"/>
            <a:pathLst>
              <a:path w="664" h="1613">
                <a:moveTo>
                  <a:pt x="663" y="0"/>
                </a:moveTo>
                <a:lnTo>
                  <a:pt x="0" y="0"/>
                </a:lnTo>
                <a:lnTo>
                  <a:pt x="0" y="1613"/>
                </a:lnTo>
                <a:lnTo>
                  <a:pt x="664" y="1613"/>
                </a:lnTo>
                <a:lnTo>
                  <a:pt x="663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891720" y="1988280"/>
            <a:ext cx="239040" cy="580680"/>
          </a:xfrm>
          <a:custGeom>
            <a:avLst/>
            <a:gdLst/>
            <a:ahLst/>
            <a:rect l="0" t="0" r="r" b="b"/>
            <a:pathLst>
              <a:path fill="none" w="664" h="1613">
                <a:moveTo>
                  <a:pt x="663" y="0"/>
                </a:moveTo>
                <a:lnTo>
                  <a:pt x="0" y="0"/>
                </a:lnTo>
                <a:lnTo>
                  <a:pt x="0" y="1613"/>
                </a:lnTo>
                <a:lnTo>
                  <a:pt x="664" y="1613"/>
                </a:lnTo>
              </a:path>
            </a:pathLst>
          </a:custGeom>
          <a:ln w="9360">
            <a:solidFill>
              <a:srgbClr val="9857f3"/>
            </a:solidFill>
            <a:custDash>
              <a:ds d="403846" sp="303846"/>
            </a:custDash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891720" y="2568600"/>
            <a:ext cx="239040" cy="594720"/>
          </a:xfrm>
          <a:custGeom>
            <a:avLst/>
            <a:gdLst/>
            <a:ahLst/>
            <a:rect l="0" t="0" r="r" b="b"/>
            <a:pathLst>
              <a:path w="664" h="1652">
                <a:moveTo>
                  <a:pt x="663" y="0"/>
                </a:moveTo>
                <a:lnTo>
                  <a:pt x="0" y="0"/>
                </a:lnTo>
                <a:lnTo>
                  <a:pt x="0" y="1652"/>
                </a:lnTo>
                <a:lnTo>
                  <a:pt x="664" y="1652"/>
                </a:lnTo>
                <a:lnTo>
                  <a:pt x="663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891720" y="2568600"/>
            <a:ext cx="239040" cy="594720"/>
          </a:xfrm>
          <a:custGeom>
            <a:avLst/>
            <a:gdLst/>
            <a:ahLst/>
            <a:rect l="0" t="0" r="r" b="b"/>
            <a:pathLst>
              <a:path fill="none" w="664" h="1652">
                <a:moveTo>
                  <a:pt x="663" y="0"/>
                </a:moveTo>
                <a:lnTo>
                  <a:pt x="0" y="0"/>
                </a:lnTo>
                <a:lnTo>
                  <a:pt x="0" y="1652"/>
                </a:lnTo>
                <a:lnTo>
                  <a:pt x="664" y="1652"/>
                </a:lnTo>
              </a:path>
            </a:pathLst>
          </a:custGeom>
          <a:ln w="9360">
            <a:solidFill>
              <a:srgbClr val="9857f3"/>
            </a:solidFill>
            <a:custDash>
              <a:ds d="403846" sp="303846"/>
            </a:custDash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891720" y="3162960"/>
            <a:ext cx="239040" cy="527040"/>
          </a:xfrm>
          <a:custGeom>
            <a:avLst/>
            <a:gdLst/>
            <a:ahLst/>
            <a:rect l="0" t="0" r="r" b="b"/>
            <a:pathLst>
              <a:path w="664" h="1464">
                <a:moveTo>
                  <a:pt x="663" y="0"/>
                </a:moveTo>
                <a:lnTo>
                  <a:pt x="0" y="0"/>
                </a:lnTo>
                <a:lnTo>
                  <a:pt x="0" y="1464"/>
                </a:lnTo>
                <a:lnTo>
                  <a:pt x="664" y="1464"/>
                </a:lnTo>
                <a:lnTo>
                  <a:pt x="663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891720" y="3162960"/>
            <a:ext cx="239040" cy="527040"/>
          </a:xfrm>
          <a:custGeom>
            <a:avLst/>
            <a:gdLst/>
            <a:ahLst/>
            <a:rect l="0" t="0" r="r" b="b"/>
            <a:pathLst>
              <a:path fill="none" w="664" h="1464">
                <a:moveTo>
                  <a:pt x="663" y="0"/>
                </a:moveTo>
                <a:lnTo>
                  <a:pt x="0" y="0"/>
                </a:lnTo>
                <a:lnTo>
                  <a:pt x="0" y="1464"/>
                </a:lnTo>
                <a:lnTo>
                  <a:pt x="664" y="1464"/>
                </a:lnTo>
              </a:path>
            </a:pathLst>
          </a:custGeom>
          <a:ln w="9360">
            <a:solidFill>
              <a:srgbClr val="9857f3"/>
            </a:solidFill>
            <a:custDash>
              <a:ds d="403846" sp="303846"/>
            </a:custDash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2" name="" descr=""/>
          <p:cNvPicPr/>
          <p:nvPr/>
        </p:nvPicPr>
        <p:blipFill>
          <a:blip r:embed="rId6"/>
          <a:stretch/>
        </p:blipFill>
        <p:spPr>
          <a:xfrm>
            <a:off x="1073160" y="3463560"/>
            <a:ext cx="3498840" cy="490320"/>
          </a:xfrm>
          <a:prstGeom prst="rect">
            <a:avLst/>
          </a:prstGeom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1130040" y="3501720"/>
            <a:ext cx="3385080" cy="376560"/>
          </a:xfrm>
          <a:custGeom>
            <a:avLst/>
            <a:gdLst/>
            <a:ahLst/>
            <a:rect l="0" t="0" r="r" b="b"/>
            <a:pathLst>
              <a:path w="9403" h="1046">
                <a:moveTo>
                  <a:pt x="0" y="174"/>
                </a:moveTo>
                <a:cubicBezTo>
                  <a:pt x="0" y="78"/>
                  <a:pt x="78" y="0"/>
                  <a:pt x="174" y="0"/>
                </a:cubicBezTo>
                <a:lnTo>
                  <a:pt x="9229" y="0"/>
                </a:lnTo>
                <a:cubicBezTo>
                  <a:pt x="9275" y="0"/>
                  <a:pt x="9320" y="18"/>
                  <a:pt x="9352" y="51"/>
                </a:cubicBezTo>
                <a:cubicBezTo>
                  <a:pt x="9385" y="83"/>
                  <a:pt x="9403" y="128"/>
                  <a:pt x="9403" y="174"/>
                </a:cubicBezTo>
                <a:lnTo>
                  <a:pt x="9403" y="871"/>
                </a:lnTo>
                <a:cubicBezTo>
                  <a:pt x="9403" y="968"/>
                  <a:pt x="9325" y="1046"/>
                  <a:pt x="9229" y="1046"/>
                </a:cubicBezTo>
                <a:lnTo>
                  <a:pt x="174" y="1046"/>
                </a:lnTo>
                <a:cubicBezTo>
                  <a:pt x="78" y="1046"/>
                  <a:pt x="0" y="968"/>
                  <a:pt x="0" y="871"/>
                </a:cubicBezTo>
                <a:lnTo>
                  <a:pt x="0" y="17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310400" y="3039120"/>
            <a:ext cx="23673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Используемые технологии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5" name="" descr=""/>
          <p:cNvPicPr/>
          <p:nvPr/>
        </p:nvPicPr>
        <p:blipFill>
          <a:blip r:embed="rId7"/>
          <a:stretch/>
        </p:blipFill>
        <p:spPr>
          <a:xfrm>
            <a:off x="1073160" y="3990240"/>
            <a:ext cx="3498840" cy="490320"/>
          </a:xfrm>
          <a:prstGeom prst="rect">
            <a:avLst/>
          </a:prstGeom>
          <a:ln w="0">
            <a:noFill/>
          </a:ln>
        </p:spPr>
      </p:pic>
      <p:sp>
        <p:nvSpPr>
          <p:cNvPr id="66" name=""/>
          <p:cNvSpPr/>
          <p:nvPr/>
        </p:nvSpPr>
        <p:spPr>
          <a:xfrm>
            <a:off x="1130040" y="4028040"/>
            <a:ext cx="3385080" cy="376560"/>
          </a:xfrm>
          <a:custGeom>
            <a:avLst/>
            <a:gdLst/>
            <a:ahLst/>
            <a:rect l="0" t="0" r="r" b="b"/>
            <a:pathLst>
              <a:path w="9403" h="1046">
                <a:moveTo>
                  <a:pt x="0" y="175"/>
                </a:moveTo>
                <a:cubicBezTo>
                  <a:pt x="0" y="78"/>
                  <a:pt x="78" y="0"/>
                  <a:pt x="174" y="0"/>
                </a:cubicBezTo>
                <a:lnTo>
                  <a:pt x="9229" y="0"/>
                </a:lnTo>
                <a:cubicBezTo>
                  <a:pt x="9275" y="0"/>
                  <a:pt x="9320" y="19"/>
                  <a:pt x="9352" y="51"/>
                </a:cubicBezTo>
                <a:cubicBezTo>
                  <a:pt x="9385" y="84"/>
                  <a:pt x="9403" y="128"/>
                  <a:pt x="9403" y="175"/>
                </a:cubicBezTo>
                <a:lnTo>
                  <a:pt x="9403" y="872"/>
                </a:lnTo>
                <a:cubicBezTo>
                  <a:pt x="9403" y="968"/>
                  <a:pt x="9325" y="1046"/>
                  <a:pt x="9229" y="1046"/>
                </a:cubicBezTo>
                <a:lnTo>
                  <a:pt x="174" y="1046"/>
                </a:lnTo>
                <a:cubicBezTo>
                  <a:pt x="78" y="1046"/>
                  <a:pt x="0" y="968"/>
                  <a:pt x="0" y="872"/>
                </a:cubicBezTo>
                <a:lnTo>
                  <a:pt x="0" y="175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310400" y="3565800"/>
            <a:ext cx="14029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Что получилось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891720" y="3689640"/>
            <a:ext cx="239040" cy="527400"/>
          </a:xfrm>
          <a:custGeom>
            <a:avLst/>
            <a:gdLst/>
            <a:ahLst/>
            <a:rect l="0" t="0" r="r" b="b"/>
            <a:pathLst>
              <a:path w="664" h="1465">
                <a:moveTo>
                  <a:pt x="663" y="0"/>
                </a:moveTo>
                <a:lnTo>
                  <a:pt x="0" y="0"/>
                </a:lnTo>
                <a:lnTo>
                  <a:pt x="0" y="1465"/>
                </a:lnTo>
                <a:lnTo>
                  <a:pt x="664" y="1465"/>
                </a:lnTo>
                <a:lnTo>
                  <a:pt x="663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891720" y="3689640"/>
            <a:ext cx="239040" cy="527400"/>
          </a:xfrm>
          <a:custGeom>
            <a:avLst/>
            <a:gdLst/>
            <a:ahLst/>
            <a:rect l="0" t="0" r="r" b="b"/>
            <a:pathLst>
              <a:path fill="none" w="664" h="1465">
                <a:moveTo>
                  <a:pt x="663" y="0"/>
                </a:moveTo>
                <a:lnTo>
                  <a:pt x="0" y="0"/>
                </a:lnTo>
                <a:lnTo>
                  <a:pt x="0" y="1465"/>
                </a:lnTo>
                <a:lnTo>
                  <a:pt x="664" y="1465"/>
                </a:lnTo>
              </a:path>
            </a:pathLst>
          </a:custGeom>
          <a:ln w="9360">
            <a:solidFill>
              <a:srgbClr val="9857f3"/>
            </a:solidFill>
            <a:custDash>
              <a:ds d="403846" sp="303846"/>
            </a:custDash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310400" y="4092480"/>
            <a:ext cx="707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Выводы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560160" y="324720"/>
            <a:ext cx="8521200" cy="1306440"/>
          </a:xfrm>
          <a:custGeom>
            <a:avLst/>
            <a:gdLst/>
            <a:ahLst/>
            <a:rect l="0" t="0" r="r" b="b"/>
            <a:pathLst>
              <a:path w="23670" h="3629">
                <a:moveTo>
                  <a:pt x="0" y="0"/>
                </a:moveTo>
                <a:lnTo>
                  <a:pt x="23670" y="0"/>
                </a:lnTo>
                <a:lnTo>
                  <a:pt x="23670" y="3629"/>
                </a:lnTo>
                <a:lnTo>
                  <a:pt x="0" y="362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46200" y="369000"/>
            <a:ext cx="276984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Цели проекта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143000" y="244584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1.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632600" y="2448360"/>
            <a:ext cx="6752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Задача, которую нужно выполнить, чтобы её достичь: ниже примеры задач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143000" y="287244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2.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632600" y="2875320"/>
            <a:ext cx="3810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Визуализировать данные в виде дашборда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43000" y="329904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3.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632600" y="3301920"/>
            <a:ext cx="43394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Сделать выводы по результатам анализа данных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143000" y="372564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4.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1571040" y="1348200"/>
            <a:ext cx="6001560" cy="77616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1627920" y="1386000"/>
            <a:ext cx="5888160" cy="662400"/>
          </a:xfrm>
          <a:custGeom>
            <a:avLst/>
            <a:gdLst/>
            <a:ahLst/>
            <a:rect l="0" t="0" r="r" b="b"/>
            <a:pathLst>
              <a:path w="16356" h="1840">
                <a:moveTo>
                  <a:pt x="0" y="307"/>
                </a:moveTo>
                <a:cubicBezTo>
                  <a:pt x="0" y="138"/>
                  <a:pt x="138" y="0"/>
                  <a:pt x="307" y="0"/>
                </a:cubicBezTo>
                <a:lnTo>
                  <a:pt x="16049" y="0"/>
                </a:lnTo>
                <a:cubicBezTo>
                  <a:pt x="16130" y="0"/>
                  <a:pt x="16208" y="33"/>
                  <a:pt x="16266" y="90"/>
                </a:cubicBezTo>
                <a:cubicBezTo>
                  <a:pt x="16323" y="148"/>
                  <a:pt x="16356" y="226"/>
                  <a:pt x="16356" y="307"/>
                </a:cubicBezTo>
                <a:lnTo>
                  <a:pt x="16356" y="1534"/>
                </a:lnTo>
                <a:cubicBezTo>
                  <a:pt x="16356" y="1703"/>
                  <a:pt x="16218" y="1840"/>
                  <a:pt x="16049" y="1840"/>
                </a:cubicBezTo>
                <a:lnTo>
                  <a:pt x="307" y="1840"/>
                </a:lnTo>
                <a:cubicBezTo>
                  <a:pt x="138" y="1840"/>
                  <a:pt x="0" y="1703"/>
                  <a:pt x="0" y="1534"/>
                </a:cubicBezTo>
                <a:lnTo>
                  <a:pt x="0" y="30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632600" y="3728520"/>
            <a:ext cx="4456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 т.д.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822320" y="1468080"/>
            <a:ext cx="57247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Цель проекта: например – создать интерактивный дашборд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6" name="" descr=""/>
          <p:cNvPicPr/>
          <p:nvPr/>
        </p:nvPicPr>
        <p:blipFill>
          <a:blip r:embed="rId3"/>
          <a:stretch/>
        </p:blipFill>
        <p:spPr>
          <a:xfrm>
            <a:off x="5736240" y="214200"/>
            <a:ext cx="3805920" cy="174276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5926320" y="387000"/>
            <a:ext cx="3406680" cy="1343520"/>
          </a:xfrm>
          <a:custGeom>
            <a:avLst/>
            <a:gdLst/>
            <a:ahLst/>
            <a:rect l="0" t="0" r="r" b="b"/>
            <a:pathLst>
              <a:path w="9463" h="3732">
                <a:moveTo>
                  <a:pt x="0" y="0"/>
                </a:moveTo>
                <a:lnTo>
                  <a:pt x="9463" y="0"/>
                </a:lnTo>
                <a:lnTo>
                  <a:pt x="9463" y="3732"/>
                </a:lnTo>
                <a:lnTo>
                  <a:pt x="0" y="373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8" name="" descr=""/>
          <p:cNvPicPr/>
          <p:nvPr/>
        </p:nvPicPr>
        <p:blipFill>
          <a:blip r:embed="rId4"/>
          <a:stretch/>
        </p:blipFill>
        <p:spPr>
          <a:xfrm>
            <a:off x="5926320" y="387360"/>
            <a:ext cx="3405960" cy="13424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6338520" y="518040"/>
            <a:ext cx="2894760" cy="1031400"/>
          </a:xfrm>
          <a:custGeom>
            <a:avLst/>
            <a:gdLst/>
            <a:ahLst/>
            <a:rect l="0" t="0" r="r" b="b"/>
            <a:pathLst>
              <a:path w="8041" h="2865">
                <a:moveTo>
                  <a:pt x="0" y="0"/>
                </a:moveTo>
                <a:lnTo>
                  <a:pt x="8041" y="0"/>
                </a:lnTo>
                <a:lnTo>
                  <a:pt x="8041" y="2865"/>
                </a:lnTo>
                <a:lnTo>
                  <a:pt x="0" y="286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822320" y="1696680"/>
            <a:ext cx="3644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в Tableau и проанализировать данные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424200" y="611640"/>
            <a:ext cx="2652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Какую цель вы поставили перед собой?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424200" y="779040"/>
            <a:ext cx="27561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Какие задачи нужно выполнить, чтобы её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424200" y="946800"/>
            <a:ext cx="59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достичь?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424200" y="1281960"/>
            <a:ext cx="1995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На слайде приведен пример :)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500400" y="33048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4738320" y="933840"/>
            <a:ext cx="4492080" cy="210240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4928400" y="1107000"/>
            <a:ext cx="4092840" cy="1703160"/>
          </a:xfrm>
          <a:custGeom>
            <a:avLst/>
            <a:gdLst/>
            <a:ahLst/>
            <a:rect l="0" t="0" r="r" b="b"/>
            <a:pathLst>
              <a:path w="11369" h="4731">
                <a:moveTo>
                  <a:pt x="0" y="0"/>
                </a:moveTo>
                <a:lnTo>
                  <a:pt x="11369" y="0"/>
                </a:lnTo>
                <a:lnTo>
                  <a:pt x="11369" y="4731"/>
                </a:lnTo>
                <a:lnTo>
                  <a:pt x="0" y="473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3"/>
          <a:stretch/>
        </p:blipFill>
        <p:spPr>
          <a:xfrm>
            <a:off x="4928760" y="1107000"/>
            <a:ext cx="4092120" cy="17024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522400" y="1287360"/>
            <a:ext cx="3248640" cy="1185120"/>
          </a:xfrm>
          <a:custGeom>
            <a:avLst/>
            <a:gdLst/>
            <a:ahLst/>
            <a:rect l="0" t="0" r="r" b="b"/>
            <a:pathLst>
              <a:path w="9024" h="3292">
                <a:moveTo>
                  <a:pt x="0" y="0"/>
                </a:moveTo>
                <a:lnTo>
                  <a:pt x="9024" y="0"/>
                </a:lnTo>
                <a:lnTo>
                  <a:pt x="9024" y="3292"/>
                </a:lnTo>
                <a:lnTo>
                  <a:pt x="0" y="329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86440" y="374760"/>
            <a:ext cx="393264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Что планировалось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608440" y="1356480"/>
            <a:ext cx="294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Краткая выжимка из ДЗ по подготовке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608440" y="1539360"/>
            <a:ext cx="686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проекта: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794920" y="179856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065640" y="1798560"/>
            <a:ext cx="1527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анализ маркетинга;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5794920" y="198144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065640" y="1981440"/>
            <a:ext cx="1486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целевая аудитория;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794920" y="216432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065640" y="2164320"/>
            <a:ext cx="2515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план работы с фронтендом и т.д.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143000" y="196128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1.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143000" y="238788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2.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143000" y="281484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3</a:t>
            </a:r>
            <a:r>
              <a:rPr b="1" lang="en-US" sz="1600" spc="-1" strike="noStrike">
                <a:solidFill>
                  <a:srgbClr val="000000"/>
                </a:solidFill>
                <a:latin typeface="Roboto"/>
                <a:ea typeface="Robo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143000" y="324144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4.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500400" y="33048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3490560" y="817560"/>
            <a:ext cx="5551200" cy="2578320"/>
          </a:xfrm>
          <a:prstGeom prst="rect">
            <a:avLst/>
          </a:prstGeom>
          <a:ln w="0">
            <a:noFill/>
          </a:ln>
        </p:spPr>
      </p:pic>
      <p:sp>
        <p:nvSpPr>
          <p:cNvPr id="119" name=""/>
          <p:cNvSpPr/>
          <p:nvPr/>
        </p:nvSpPr>
        <p:spPr>
          <a:xfrm>
            <a:off x="3680280" y="990360"/>
            <a:ext cx="5152320" cy="2179080"/>
          </a:xfrm>
          <a:custGeom>
            <a:avLst/>
            <a:gdLst/>
            <a:ahLst/>
            <a:rect l="0" t="0" r="r" b="b"/>
            <a:pathLst>
              <a:path w="14312" h="6053">
                <a:moveTo>
                  <a:pt x="0" y="0"/>
                </a:moveTo>
                <a:lnTo>
                  <a:pt x="14312" y="0"/>
                </a:lnTo>
                <a:lnTo>
                  <a:pt x="14312" y="6053"/>
                </a:lnTo>
                <a:lnTo>
                  <a:pt x="0" y="60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3"/>
          <a:stretch/>
        </p:blipFill>
        <p:spPr>
          <a:xfrm>
            <a:off x="3680640" y="990720"/>
            <a:ext cx="5151240" cy="217836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4451040" y="1208880"/>
            <a:ext cx="4183200" cy="1662840"/>
          </a:xfrm>
          <a:custGeom>
            <a:avLst/>
            <a:gdLst/>
            <a:ahLst/>
            <a:rect l="0" t="0" r="r" b="b"/>
            <a:pathLst>
              <a:path w="11620" h="4619">
                <a:moveTo>
                  <a:pt x="0" y="0"/>
                </a:moveTo>
                <a:lnTo>
                  <a:pt x="11620" y="0"/>
                </a:lnTo>
                <a:lnTo>
                  <a:pt x="11620" y="4619"/>
                </a:lnTo>
                <a:lnTo>
                  <a:pt x="0" y="461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86440" y="374760"/>
            <a:ext cx="402696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Схемы/архитектура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537080" y="1278360"/>
            <a:ext cx="3812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Разместите на слайде(-ах) артефакты проекта: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723560" y="146124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994280" y="1461240"/>
            <a:ext cx="261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код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723560" y="164412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994280" y="1644120"/>
            <a:ext cx="1809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схемы (архитектура, БД)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723560" y="182700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994280" y="1827000"/>
            <a:ext cx="2454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ссылки на файлы в репозитории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723560" y="200988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994280" y="2009880"/>
            <a:ext cx="2199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скрины экранов приложения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723560" y="219276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994280" y="2192760"/>
            <a:ext cx="1183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фото или видео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4537080" y="2558520"/>
            <a:ext cx="3300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Либо продемонстрируйте проект отдельно.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37" name=""/>
          <p:cNvSpPr/>
          <p:nvPr/>
        </p:nvSpPr>
        <p:spPr>
          <a:xfrm>
            <a:off x="500400" y="33048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2"/>
          <a:stretch/>
        </p:blipFill>
        <p:spPr>
          <a:xfrm>
            <a:off x="5109480" y="967320"/>
            <a:ext cx="3938760" cy="1636200"/>
          </a:xfrm>
          <a:prstGeom prst="rect">
            <a:avLst/>
          </a:prstGeom>
          <a:ln w="0">
            <a:noFill/>
          </a:ln>
        </p:spPr>
      </p:pic>
      <p:sp>
        <p:nvSpPr>
          <p:cNvPr id="139" name=""/>
          <p:cNvSpPr/>
          <p:nvPr/>
        </p:nvSpPr>
        <p:spPr>
          <a:xfrm>
            <a:off x="5299560" y="1140120"/>
            <a:ext cx="3539520" cy="1236960"/>
          </a:xfrm>
          <a:custGeom>
            <a:avLst/>
            <a:gdLst/>
            <a:ahLst/>
            <a:rect l="0" t="0" r="r" b="b"/>
            <a:pathLst>
              <a:path w="9832" h="3436">
                <a:moveTo>
                  <a:pt x="0" y="0"/>
                </a:moveTo>
                <a:lnTo>
                  <a:pt x="9832" y="0"/>
                </a:lnTo>
                <a:lnTo>
                  <a:pt x="9832" y="3436"/>
                </a:lnTo>
                <a:lnTo>
                  <a:pt x="0" y="343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3"/>
          <a:stretch/>
        </p:blipFill>
        <p:spPr>
          <a:xfrm>
            <a:off x="5299560" y="1140480"/>
            <a:ext cx="3538800" cy="123624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5814360" y="1204560"/>
            <a:ext cx="2826000" cy="1108440"/>
          </a:xfrm>
          <a:custGeom>
            <a:avLst/>
            <a:gdLst/>
            <a:ahLst/>
            <a:rect l="0" t="0" r="r" b="b"/>
            <a:pathLst>
              <a:path w="7850" h="3079">
                <a:moveTo>
                  <a:pt x="0" y="0"/>
                </a:moveTo>
                <a:lnTo>
                  <a:pt x="7850" y="0"/>
                </a:lnTo>
                <a:lnTo>
                  <a:pt x="7850" y="3079"/>
                </a:lnTo>
                <a:lnTo>
                  <a:pt x="0" y="30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86440" y="374760"/>
            <a:ext cx="545364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Используемые технологии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900400" y="1273680"/>
            <a:ext cx="1026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Перечислите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900400" y="1456560"/>
            <a:ext cx="2626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технологии/ПО/подходы, которые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900400" y="1639440"/>
            <a:ext cx="2259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вы использовали в проекте и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5900400" y="1822320"/>
            <a:ext cx="2369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почему. Какое у вас сложилось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900400" y="2005200"/>
            <a:ext cx="1488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впечатление о них?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143000" y="196128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1.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143000" y="238788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2.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143000" y="281484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3</a:t>
            </a:r>
            <a:r>
              <a:rPr b="1" lang="en-US" sz="1600" spc="-1" strike="noStrike">
                <a:solidFill>
                  <a:srgbClr val="000000"/>
                </a:solidFill>
                <a:latin typeface="Roboto"/>
                <a:ea typeface="Robo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143000" y="324144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4.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54" name=""/>
          <p:cNvSpPr/>
          <p:nvPr/>
        </p:nvSpPr>
        <p:spPr>
          <a:xfrm>
            <a:off x="500400" y="33048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2"/>
          <a:stretch/>
        </p:blipFill>
        <p:spPr>
          <a:xfrm>
            <a:off x="3490560" y="817560"/>
            <a:ext cx="5551200" cy="2578320"/>
          </a:xfrm>
          <a:prstGeom prst="rect">
            <a:avLst/>
          </a:prstGeom>
          <a:ln w="0">
            <a:noFill/>
          </a:ln>
        </p:spPr>
      </p:pic>
      <p:sp>
        <p:nvSpPr>
          <p:cNvPr id="156" name=""/>
          <p:cNvSpPr/>
          <p:nvPr/>
        </p:nvSpPr>
        <p:spPr>
          <a:xfrm>
            <a:off x="3680280" y="990360"/>
            <a:ext cx="5152320" cy="2179080"/>
          </a:xfrm>
          <a:custGeom>
            <a:avLst/>
            <a:gdLst/>
            <a:ahLst/>
            <a:rect l="0" t="0" r="r" b="b"/>
            <a:pathLst>
              <a:path w="14312" h="6053">
                <a:moveTo>
                  <a:pt x="0" y="0"/>
                </a:moveTo>
                <a:lnTo>
                  <a:pt x="14312" y="0"/>
                </a:lnTo>
                <a:lnTo>
                  <a:pt x="14312" y="6053"/>
                </a:lnTo>
                <a:lnTo>
                  <a:pt x="0" y="60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3"/>
          <a:stretch/>
        </p:blipFill>
        <p:spPr>
          <a:xfrm>
            <a:off x="3680640" y="990720"/>
            <a:ext cx="5151240" cy="2178360"/>
          </a:xfrm>
          <a:prstGeom prst="rect">
            <a:avLst/>
          </a:prstGeom>
          <a:ln w="0">
            <a:noFill/>
          </a:ln>
        </p:spPr>
      </p:pic>
      <p:sp>
        <p:nvSpPr>
          <p:cNvPr id="158" name=""/>
          <p:cNvSpPr/>
          <p:nvPr/>
        </p:nvSpPr>
        <p:spPr>
          <a:xfrm>
            <a:off x="4460040" y="1331280"/>
            <a:ext cx="4183200" cy="1293120"/>
          </a:xfrm>
          <a:custGeom>
            <a:avLst/>
            <a:gdLst/>
            <a:ahLst/>
            <a:rect l="0" t="0" r="r" b="b"/>
            <a:pathLst>
              <a:path w="11620" h="3592">
                <a:moveTo>
                  <a:pt x="0" y="0"/>
                </a:moveTo>
                <a:lnTo>
                  <a:pt x="11620" y="0"/>
                </a:lnTo>
                <a:lnTo>
                  <a:pt x="11620" y="3592"/>
                </a:lnTo>
                <a:lnTo>
                  <a:pt x="0" y="359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86440" y="374760"/>
            <a:ext cx="320580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Что получилось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545720" y="1400400"/>
            <a:ext cx="3432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Запустить приложение в Docker -Compose: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4732200" y="176616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002920" y="1766160"/>
            <a:ext cx="3021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выполнить тестовые и боевые запросы;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732200" y="194904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002920" y="1949040"/>
            <a:ext cx="2480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продемонстрировать результат;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4732200" y="213192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002920" y="2131920"/>
            <a:ext cx="357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продемонстрировать дашборды мониторинга;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732200" y="2314800"/>
            <a:ext cx="15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002920" y="2314800"/>
            <a:ext cx="2864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сделать оценку производительности.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71" name=""/>
          <p:cNvSpPr/>
          <p:nvPr/>
        </p:nvSpPr>
        <p:spPr>
          <a:xfrm>
            <a:off x="500400" y="33048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86440" y="369360"/>
            <a:ext cx="18478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400" spc="-1" strike="noStrike">
                <a:solidFill>
                  <a:srgbClr val="000000"/>
                </a:solidFill>
                <a:latin typeface="Roboto"/>
                <a:ea typeface="Roboto"/>
              </a:rPr>
              <a:t>Выводы</a:t>
            </a:r>
            <a:endParaRPr b="0" lang="en-US" sz="3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143000" y="178200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1.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143000" y="220860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2.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2"/>
          <a:stretch/>
        </p:blipFill>
        <p:spPr>
          <a:xfrm>
            <a:off x="3443040" y="1075680"/>
            <a:ext cx="5934240" cy="2735280"/>
          </a:xfrm>
          <a:prstGeom prst="rect">
            <a:avLst/>
          </a:prstGeom>
          <a:ln w="0">
            <a:noFill/>
          </a:ln>
        </p:spPr>
      </p:pic>
      <p:sp>
        <p:nvSpPr>
          <p:cNvPr id="176" name=""/>
          <p:cNvSpPr/>
          <p:nvPr/>
        </p:nvSpPr>
        <p:spPr>
          <a:xfrm>
            <a:off x="3633120" y="1248840"/>
            <a:ext cx="5535000" cy="2335680"/>
          </a:xfrm>
          <a:custGeom>
            <a:avLst/>
            <a:gdLst/>
            <a:ahLst/>
            <a:rect l="0" t="0" r="r" b="b"/>
            <a:pathLst>
              <a:path w="15375" h="6488">
                <a:moveTo>
                  <a:pt x="0" y="0"/>
                </a:moveTo>
                <a:lnTo>
                  <a:pt x="15375" y="0"/>
                </a:lnTo>
                <a:lnTo>
                  <a:pt x="15375" y="6488"/>
                </a:lnTo>
                <a:lnTo>
                  <a:pt x="0" y="64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3"/>
          <a:stretch/>
        </p:blipFill>
        <p:spPr>
          <a:xfrm>
            <a:off x="3633120" y="1248840"/>
            <a:ext cx="5534280" cy="2335320"/>
          </a:xfrm>
          <a:prstGeom prst="rect">
            <a:avLst/>
          </a:prstGeom>
          <a:ln w="0">
            <a:noFill/>
          </a:ln>
        </p:spPr>
      </p:pic>
      <p:sp>
        <p:nvSpPr>
          <p:cNvPr id="178" name=""/>
          <p:cNvSpPr/>
          <p:nvPr/>
        </p:nvSpPr>
        <p:spPr>
          <a:xfrm>
            <a:off x="4417920" y="1544400"/>
            <a:ext cx="4705920" cy="1708560"/>
          </a:xfrm>
          <a:custGeom>
            <a:avLst/>
            <a:gdLst/>
            <a:ahLst/>
            <a:rect l="0" t="0" r="r" b="b"/>
            <a:pathLst>
              <a:path w="13072" h="4746">
                <a:moveTo>
                  <a:pt x="0" y="0"/>
                </a:moveTo>
                <a:lnTo>
                  <a:pt x="13072" y="0"/>
                </a:lnTo>
                <a:lnTo>
                  <a:pt x="13072" y="4746"/>
                </a:lnTo>
                <a:lnTo>
                  <a:pt x="0" y="474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143000" y="2635200"/>
            <a:ext cx="202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3.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4503960" y="1638000"/>
            <a:ext cx="38001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Оцените работу над проектом и ответьте на вопросы: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4616280" y="1805400"/>
            <a:ext cx="13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1.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4961160" y="1805400"/>
            <a:ext cx="3755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У вас получилось достичь цели и выполнить все задачи?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4616280" y="1973160"/>
            <a:ext cx="13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2.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961160" y="1973160"/>
            <a:ext cx="3089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Что далось легко, а с чем возникли трудности?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616280" y="2140920"/>
            <a:ext cx="13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3.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961160" y="2140920"/>
            <a:ext cx="2102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Сколько времени занял проект?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4616280" y="2308320"/>
            <a:ext cx="13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4.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961160" y="2308320"/>
            <a:ext cx="3784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Насколько полезным оказался для вас проект от 1 до 10?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073480" y="2476080"/>
            <a:ext cx="13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a.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5418360" y="2476080"/>
            <a:ext cx="21769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1 = я не научился ничему новому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5073480" y="2643840"/>
            <a:ext cx="13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b.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5418360" y="2643840"/>
            <a:ext cx="2804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10 = очень полезно, я получил новый опыт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616280" y="2811240"/>
            <a:ext cx="13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5.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4961160" y="2811240"/>
            <a:ext cx="2603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Остались ли у вас вопросы по проекту?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4616280" y="2979000"/>
            <a:ext cx="13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6.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961160" y="2979000"/>
            <a:ext cx="2704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Как вы планируете развиваться дальше?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99" name=""/>
          <p:cNvSpPr/>
          <p:nvPr/>
        </p:nvSpPr>
        <p:spPr>
          <a:xfrm>
            <a:off x="-75960" y="-360"/>
            <a:ext cx="9408960" cy="5144040"/>
          </a:xfrm>
          <a:custGeom>
            <a:avLst/>
            <a:gdLst/>
            <a:ahLst/>
            <a:rect l="0" t="0" r="r" b="b"/>
            <a:pathLst>
              <a:path w="26136" h="14289">
                <a:moveTo>
                  <a:pt x="0" y="0"/>
                </a:moveTo>
                <a:lnTo>
                  <a:pt x="26136" y="0"/>
                </a:lnTo>
                <a:lnTo>
                  <a:pt x="26136" y="14289"/>
                </a:lnTo>
                <a:lnTo>
                  <a:pt x="0" y="1428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2"/>
          <a:stretch/>
        </p:blipFill>
        <p:spPr>
          <a:xfrm>
            <a:off x="-1223640" y="0"/>
            <a:ext cx="10556280" cy="7339320"/>
          </a:xfrm>
          <a:prstGeom prst="rect">
            <a:avLst/>
          </a:prstGeom>
          <a:ln w="0">
            <a:noFill/>
          </a:ln>
        </p:spPr>
      </p:pic>
      <p:sp>
        <p:nvSpPr>
          <p:cNvPr id="201" name=""/>
          <p:cNvSpPr/>
          <p:nvPr/>
        </p:nvSpPr>
        <p:spPr>
          <a:xfrm>
            <a:off x="387000" y="1844280"/>
            <a:ext cx="7584480" cy="739440"/>
          </a:xfrm>
          <a:custGeom>
            <a:avLst/>
            <a:gdLst/>
            <a:ahLst/>
            <a:rect l="0" t="0" r="r" b="b"/>
            <a:pathLst>
              <a:path w="21068" h="2054">
                <a:moveTo>
                  <a:pt x="0" y="0"/>
                </a:moveTo>
                <a:lnTo>
                  <a:pt x="21068" y="0"/>
                </a:lnTo>
                <a:lnTo>
                  <a:pt x="21068" y="2054"/>
                </a:lnTo>
                <a:lnTo>
                  <a:pt x="0" y="205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214640" y="3061800"/>
            <a:ext cx="1927800" cy="415800"/>
          </a:xfrm>
          <a:custGeom>
            <a:avLst/>
            <a:gdLst/>
            <a:ahLst/>
            <a:rect l="0" t="0" r="r" b="b"/>
            <a:pathLst>
              <a:path w="5355" h="1155">
                <a:moveTo>
                  <a:pt x="0" y="0"/>
                </a:moveTo>
                <a:lnTo>
                  <a:pt x="5355" y="0"/>
                </a:lnTo>
                <a:lnTo>
                  <a:pt x="5355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72680" y="1826280"/>
            <a:ext cx="6980760" cy="692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000" spc="-1" strike="noStrike">
                <a:solidFill>
                  <a:srgbClr val="ffffff"/>
                </a:solidFill>
                <a:latin typeface="Roboto"/>
                <a:ea typeface="Roboto"/>
              </a:rPr>
              <a:t>Вопросы и рекомендации</a:t>
            </a:r>
            <a:endParaRPr b="0" lang="en-US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4934880" y="3061800"/>
            <a:ext cx="2146320" cy="415800"/>
          </a:xfrm>
          <a:custGeom>
            <a:avLst/>
            <a:gdLst/>
            <a:ahLst/>
            <a:rect l="0" t="0" r="r" b="b"/>
            <a:pathLst>
              <a:path w="5962" h="1155">
                <a:moveTo>
                  <a:pt x="0" y="0"/>
                </a:moveTo>
                <a:lnTo>
                  <a:pt x="5962" y="0"/>
                </a:lnTo>
                <a:lnTo>
                  <a:pt x="5962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300320" y="3126960"/>
            <a:ext cx="1748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fff"/>
                </a:solidFill>
                <a:latin typeface="Roboto"/>
                <a:ea typeface="Roboto"/>
              </a:rPr>
              <a:t>если есть вопросы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722880" y="2846160"/>
            <a:ext cx="492120" cy="847080"/>
          </a:xfrm>
          <a:custGeom>
            <a:avLst/>
            <a:gdLst/>
            <a:ahLst/>
            <a:rect l="0" t="0" r="r" b="b"/>
            <a:pathLst>
              <a:path w="1367" h="2353">
                <a:moveTo>
                  <a:pt x="0" y="0"/>
                </a:moveTo>
                <a:lnTo>
                  <a:pt x="1367" y="0"/>
                </a:lnTo>
                <a:lnTo>
                  <a:pt x="1367" y="2353"/>
                </a:lnTo>
                <a:lnTo>
                  <a:pt x="0" y="23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020560" y="3126960"/>
            <a:ext cx="1742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fff"/>
                </a:solidFill>
                <a:latin typeface="Roboto"/>
                <a:ea typeface="Roboto"/>
              </a:rPr>
              <a:t>если вопросов нет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4443120" y="2846160"/>
            <a:ext cx="492120" cy="847080"/>
          </a:xfrm>
          <a:custGeom>
            <a:avLst/>
            <a:gdLst/>
            <a:ahLst/>
            <a:rect l="0" t="0" r="r" b="b"/>
            <a:pathLst>
              <a:path w="1367" h="2353">
                <a:moveTo>
                  <a:pt x="0" y="0"/>
                </a:moveTo>
                <a:lnTo>
                  <a:pt x="1367" y="0"/>
                </a:lnTo>
                <a:lnTo>
                  <a:pt x="1367" y="2353"/>
                </a:lnTo>
                <a:lnTo>
                  <a:pt x="0" y="23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808560" y="2872800"/>
            <a:ext cx="545760" cy="74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300" spc="-1" strike="noStrike">
                <a:solidFill>
                  <a:srgbClr val="ffffff"/>
                </a:solidFill>
                <a:latin typeface="Roboto"/>
                <a:ea typeface="Roboto"/>
              </a:rPr>
              <a:t>+</a:t>
            </a:r>
            <a:endParaRPr b="0" lang="en-US" sz="4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3"/>
          <a:stretch/>
        </p:blipFill>
        <p:spPr>
          <a:xfrm>
            <a:off x="5383440" y="355320"/>
            <a:ext cx="3755880" cy="1636200"/>
          </a:xfrm>
          <a:prstGeom prst="rect">
            <a:avLst/>
          </a:prstGeom>
          <a:ln w="0">
            <a:noFill/>
          </a:ln>
        </p:spPr>
      </p:pic>
      <p:sp>
        <p:nvSpPr>
          <p:cNvPr id="211" name=""/>
          <p:cNvSpPr/>
          <p:nvPr/>
        </p:nvSpPr>
        <p:spPr>
          <a:xfrm>
            <a:off x="5573520" y="528480"/>
            <a:ext cx="3356640" cy="1236960"/>
          </a:xfrm>
          <a:custGeom>
            <a:avLst/>
            <a:gdLst/>
            <a:ahLst/>
            <a:rect l="0" t="0" r="r" b="b"/>
            <a:pathLst>
              <a:path w="9324" h="3436">
                <a:moveTo>
                  <a:pt x="0" y="0"/>
                </a:moveTo>
                <a:lnTo>
                  <a:pt x="9324" y="0"/>
                </a:lnTo>
                <a:lnTo>
                  <a:pt x="9324" y="3436"/>
                </a:lnTo>
                <a:lnTo>
                  <a:pt x="0" y="343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4"/>
          <a:stretch/>
        </p:blipFill>
        <p:spPr>
          <a:xfrm>
            <a:off x="5573520" y="528480"/>
            <a:ext cx="3355920" cy="1236240"/>
          </a:xfrm>
          <a:prstGeom prst="rect">
            <a:avLst/>
          </a:prstGeom>
          <a:ln w="0">
            <a:noFill/>
          </a:ln>
        </p:spPr>
      </p:pic>
      <p:sp>
        <p:nvSpPr>
          <p:cNvPr id="213" name=""/>
          <p:cNvSpPr/>
          <p:nvPr/>
        </p:nvSpPr>
        <p:spPr>
          <a:xfrm>
            <a:off x="6077880" y="685080"/>
            <a:ext cx="2679840" cy="923760"/>
          </a:xfrm>
          <a:custGeom>
            <a:avLst/>
            <a:gdLst/>
            <a:ahLst/>
            <a:rect l="0" t="0" r="r" b="b"/>
            <a:pathLst>
              <a:path w="7444" h="2566">
                <a:moveTo>
                  <a:pt x="0" y="0"/>
                </a:moveTo>
                <a:lnTo>
                  <a:pt x="7444" y="0"/>
                </a:lnTo>
                <a:lnTo>
                  <a:pt x="7444" y="2566"/>
                </a:lnTo>
                <a:lnTo>
                  <a:pt x="0" y="256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4529160" y="2872800"/>
            <a:ext cx="545760" cy="74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300" spc="-1" strike="noStrike">
                <a:solidFill>
                  <a:srgbClr val="ffffff"/>
                </a:solidFill>
                <a:latin typeface="Roboto"/>
                <a:ea typeface="Roboto"/>
              </a:rPr>
              <a:t>– </a:t>
            </a:r>
            <a:endParaRPr b="0" lang="en-US" sz="4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163920" y="754200"/>
            <a:ext cx="1640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Ответьте на вопросы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163920" y="937080"/>
            <a:ext cx="1430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одногруппников и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163920" y="1119960"/>
            <a:ext cx="2160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преподавателей и получите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6163920" y="1302840"/>
            <a:ext cx="2382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обратную связь на свою работу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21" name=""/>
          <p:cNvSpPr/>
          <p:nvPr/>
        </p:nvSpPr>
        <p:spPr>
          <a:xfrm>
            <a:off x="-75960" y="0"/>
            <a:ext cx="9219960" cy="5143680"/>
          </a:xfrm>
          <a:custGeom>
            <a:avLst/>
            <a:gdLst/>
            <a:ahLst/>
            <a:rect l="0" t="0" r="r" b="b"/>
            <a:pathLst>
              <a:path w="25611" h="14288">
                <a:moveTo>
                  <a:pt x="0" y="0"/>
                </a:moveTo>
                <a:lnTo>
                  <a:pt x="25611" y="0"/>
                </a:lnTo>
                <a:lnTo>
                  <a:pt x="25611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2"/>
          <a:stretch/>
        </p:blipFill>
        <p:spPr>
          <a:xfrm>
            <a:off x="-75960" y="-506520"/>
            <a:ext cx="9219600" cy="9219240"/>
          </a:xfrm>
          <a:prstGeom prst="rect">
            <a:avLst/>
          </a:prstGeom>
          <a:ln w="0">
            <a:noFill/>
          </a:ln>
        </p:spPr>
      </p:pic>
      <p:sp>
        <p:nvSpPr>
          <p:cNvPr id="223" name=""/>
          <p:cNvSpPr/>
          <p:nvPr/>
        </p:nvSpPr>
        <p:spPr>
          <a:xfrm>
            <a:off x="628920" y="1932480"/>
            <a:ext cx="7295400" cy="1956600"/>
          </a:xfrm>
          <a:custGeom>
            <a:avLst/>
            <a:gdLst/>
            <a:ahLst/>
            <a:rect l="0" t="0" r="r" b="b"/>
            <a:pathLst>
              <a:path w="20265" h="5435">
                <a:moveTo>
                  <a:pt x="0" y="0"/>
                </a:moveTo>
                <a:lnTo>
                  <a:pt x="20265" y="0"/>
                </a:lnTo>
                <a:lnTo>
                  <a:pt x="20265" y="5435"/>
                </a:lnTo>
                <a:lnTo>
                  <a:pt x="0" y="543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7327800" y="1616400"/>
            <a:ext cx="596520" cy="596520"/>
          </a:xfrm>
          <a:custGeom>
            <a:avLst/>
            <a:gdLst/>
            <a:ahLst/>
            <a:rect l="0" t="0" r="r" b="b"/>
            <a:pathLst>
              <a:path w="1657" h="1657">
                <a:moveTo>
                  <a:pt x="0" y="0"/>
                </a:moveTo>
                <a:lnTo>
                  <a:pt x="1657" y="0"/>
                </a:lnTo>
                <a:lnTo>
                  <a:pt x="1657" y="1657"/>
                </a:lnTo>
                <a:lnTo>
                  <a:pt x="0" y="165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3"/>
          <a:stretch/>
        </p:blipFill>
        <p:spPr>
          <a:xfrm>
            <a:off x="7328160" y="1616760"/>
            <a:ext cx="595800" cy="595800"/>
          </a:xfrm>
          <a:prstGeom prst="rect">
            <a:avLst/>
          </a:prstGeom>
          <a:ln w="0">
            <a:noFill/>
          </a:ln>
        </p:spPr>
      </p:pic>
      <p:sp>
        <p:nvSpPr>
          <p:cNvPr id="226" name=""/>
          <p:cNvSpPr txBox="1"/>
          <p:nvPr/>
        </p:nvSpPr>
        <p:spPr>
          <a:xfrm>
            <a:off x="714600" y="1949040"/>
            <a:ext cx="7477560" cy="86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5000" spc="-1" strike="noStrike">
                <a:solidFill>
                  <a:srgbClr val="ffffff"/>
                </a:solidFill>
                <a:latin typeface="Roboto"/>
                <a:ea typeface="Roboto"/>
              </a:rPr>
              <a:t>Спасибо за внимание!</a:t>
            </a:r>
            <a:endParaRPr b="0" lang="en-US" sz="5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29" name=""/>
          <p:cNvSpPr/>
          <p:nvPr/>
        </p:nvSpPr>
        <p:spPr>
          <a:xfrm>
            <a:off x="651240" y="396360"/>
            <a:ext cx="7706520" cy="4091040"/>
          </a:xfrm>
          <a:custGeom>
            <a:avLst/>
            <a:gdLst/>
            <a:ahLst/>
            <a:rect l="0" t="0" r="r" b="b"/>
            <a:pathLst>
              <a:path w="21407" h="11364">
                <a:moveTo>
                  <a:pt x="0" y="0"/>
                </a:moveTo>
                <a:lnTo>
                  <a:pt x="21407" y="0"/>
                </a:lnTo>
                <a:lnTo>
                  <a:pt x="21407" y="11364"/>
                </a:lnTo>
                <a:lnTo>
                  <a:pt x="0" y="1136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737280" y="1677240"/>
            <a:ext cx="7913160" cy="794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600" spc="-1" strike="noStrike">
                <a:solidFill>
                  <a:srgbClr val="000000"/>
                </a:solidFill>
                <a:latin typeface="Roboto"/>
                <a:ea typeface="Roboto"/>
              </a:rPr>
              <a:t>Инструменты для работы</a:t>
            </a:r>
            <a:endParaRPr b="0" lang="en-US" sz="4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7913880" y="430200"/>
            <a:ext cx="939600" cy="939600"/>
          </a:xfrm>
          <a:custGeom>
            <a:avLst/>
            <a:gdLst/>
            <a:ahLst/>
            <a:rect l="0" t="0" r="r" b="b"/>
            <a:pathLst>
              <a:path w="2610" h="2610">
                <a:moveTo>
                  <a:pt x="0" y="0"/>
                </a:moveTo>
                <a:lnTo>
                  <a:pt x="2610" y="0"/>
                </a:lnTo>
                <a:lnTo>
                  <a:pt x="2610" y="2610"/>
                </a:lnTo>
                <a:lnTo>
                  <a:pt x="0" y="261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32" name="" descr=""/>
          <p:cNvPicPr/>
          <p:nvPr/>
        </p:nvPicPr>
        <p:blipFill>
          <a:blip r:embed="rId2"/>
          <a:stretch/>
        </p:blipFill>
        <p:spPr>
          <a:xfrm>
            <a:off x="7914240" y="430200"/>
            <a:ext cx="938880" cy="938880"/>
          </a:xfrm>
          <a:prstGeom prst="rect">
            <a:avLst/>
          </a:prstGeom>
          <a:ln w="0">
            <a:noFill/>
          </a:ln>
        </p:spPr>
      </p:pic>
      <p:sp>
        <p:nvSpPr>
          <p:cNvPr id="233" name=""/>
          <p:cNvSpPr txBox="1"/>
          <p:nvPr/>
        </p:nvSpPr>
        <p:spPr>
          <a:xfrm>
            <a:off x="737280" y="2378160"/>
            <a:ext cx="4863960" cy="794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600" spc="-1" strike="noStrike">
                <a:solidFill>
                  <a:srgbClr val="000000"/>
                </a:solidFill>
                <a:latin typeface="Roboto"/>
                <a:ea typeface="Roboto"/>
              </a:rPr>
              <a:t>с презентацией</a:t>
            </a:r>
            <a:endParaRPr b="0" lang="en-US" sz="4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36" name=""/>
          <p:cNvSpPr/>
          <p:nvPr/>
        </p:nvSpPr>
        <p:spPr>
          <a:xfrm>
            <a:off x="629640" y="691200"/>
            <a:ext cx="8424000" cy="3487680"/>
          </a:xfrm>
          <a:custGeom>
            <a:avLst/>
            <a:gdLst/>
            <a:ahLst/>
            <a:rect l="0" t="0" r="r" b="b"/>
            <a:pathLst>
              <a:path w="23400" h="9688">
                <a:moveTo>
                  <a:pt x="0" y="0"/>
                </a:moveTo>
                <a:lnTo>
                  <a:pt x="23400" y="0"/>
                </a:lnTo>
                <a:lnTo>
                  <a:pt x="23400" y="9688"/>
                </a:lnTo>
                <a:lnTo>
                  <a:pt x="0" y="96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15680" y="779400"/>
            <a:ext cx="811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1. Текст: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837000" y="122508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172880" y="1195920"/>
            <a:ext cx="25153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«Одна мысль — один слайд»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837000" y="147060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172880" y="1441440"/>
            <a:ext cx="7201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Размещайте на каждом слайде до 5 строк текста, не более 5 слов в каждой строке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837000" y="171612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172880" y="1686960"/>
            <a:ext cx="551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Выделяйте главные идеи с помощью размера и цвета шрифта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837000" y="196128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172880" y="1932120"/>
            <a:ext cx="55648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Используйте подзаголовки, если заголовок слишком длинный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837000" y="220680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105880" y="2202480"/>
            <a:ext cx="0" cy="208440"/>
          </a:xfrm>
          <a:custGeom>
            <a:avLst/>
            <a:gdLst/>
            <a:ahLst/>
            <a:rect l="0" t="0" r="r" b="b"/>
            <a:pathLst>
              <a:path w="0" h="579">
                <a:moveTo>
                  <a:pt x="0" y="0"/>
                </a:moveTo>
                <a:lnTo>
                  <a:pt x="0" y="5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172880" y="2177640"/>
            <a:ext cx="4188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Группируйте информацию в визуальные блоки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37000" y="245196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5999760" y="2448000"/>
            <a:ext cx="0" cy="208080"/>
          </a:xfrm>
          <a:custGeom>
            <a:avLst/>
            <a:gdLst/>
            <a:ahLst/>
            <a:rect l="0" t="0" r="r" b="b"/>
            <a:pathLst>
              <a:path w="0" h="578">
                <a:moveTo>
                  <a:pt x="0" y="0"/>
                </a:moveTo>
                <a:lnTo>
                  <a:pt x="0" y="57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172880" y="2422800"/>
            <a:ext cx="5064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Делите большие текстовые блоки на колонки или списки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37000" y="269748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7403760" y="2693160"/>
            <a:ext cx="0" cy="208440"/>
          </a:xfrm>
          <a:custGeom>
            <a:avLst/>
            <a:gdLst/>
            <a:ahLst/>
            <a:rect l="0" t="0" r="r" b="b"/>
            <a:pathLst>
              <a:path w="0" h="579">
                <a:moveTo>
                  <a:pt x="0" y="0"/>
                </a:moveTo>
                <a:lnTo>
                  <a:pt x="0" y="5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172880" y="2932920"/>
            <a:ext cx="4822920" cy="213480"/>
          </a:xfrm>
          <a:custGeom>
            <a:avLst/>
            <a:gdLst/>
            <a:ahLst/>
            <a:rect l="0" t="0" r="r" b="b"/>
            <a:pathLst>
              <a:path w="13397" h="593">
                <a:moveTo>
                  <a:pt x="0" y="0"/>
                </a:moveTo>
                <a:lnTo>
                  <a:pt x="13397" y="0"/>
                </a:lnTo>
                <a:lnTo>
                  <a:pt x="13397" y="593"/>
                </a:lnTo>
                <a:lnTo>
                  <a:pt x="0" y="5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172880" y="2668320"/>
            <a:ext cx="6541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Используйте стрелки для обозначения последовательности информации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1172880" y="2938680"/>
            <a:ext cx="4822920" cy="208440"/>
          </a:xfrm>
          <a:custGeom>
            <a:avLst/>
            <a:gdLst/>
            <a:ahLst/>
            <a:rect l="0" t="0" r="r" b="b"/>
            <a:pathLst>
              <a:path w="13397" h="579">
                <a:moveTo>
                  <a:pt x="0" y="0"/>
                </a:moveTo>
                <a:lnTo>
                  <a:pt x="13397" y="0"/>
                </a:lnTo>
                <a:lnTo>
                  <a:pt x="13397" y="579"/>
                </a:lnTo>
                <a:lnTo>
                  <a:pt x="0" y="5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37000" y="294264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5995440" y="2938680"/>
            <a:ext cx="44280" cy="208440"/>
          </a:xfrm>
          <a:custGeom>
            <a:avLst/>
            <a:gdLst/>
            <a:ahLst/>
            <a:rect l="0" t="0" r="r" b="b"/>
            <a:pathLst>
              <a:path w="123" h="579">
                <a:moveTo>
                  <a:pt x="0" y="0"/>
                </a:moveTo>
                <a:lnTo>
                  <a:pt x="123" y="0"/>
                </a:lnTo>
                <a:lnTo>
                  <a:pt x="123" y="579"/>
                </a:lnTo>
                <a:lnTo>
                  <a:pt x="0" y="5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172880" y="2913480"/>
            <a:ext cx="5074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Чередуйте текстовые блоки с графическими элементами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715680" y="3309840"/>
            <a:ext cx="7553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2. Используйте шрифт Roboto, кегль: заголовок – 25-30, подзаголовок –  17,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15680" y="3573000"/>
            <a:ext cx="52156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основной текст – 15-12, межстрочный интервал 1,15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64" name=""/>
          <p:cNvSpPr/>
          <p:nvPr/>
        </p:nvSpPr>
        <p:spPr>
          <a:xfrm>
            <a:off x="629640" y="780840"/>
            <a:ext cx="8424000" cy="2144520"/>
          </a:xfrm>
          <a:custGeom>
            <a:avLst/>
            <a:gdLst/>
            <a:ahLst/>
            <a:rect l="0" t="0" r="r" b="b"/>
            <a:pathLst>
              <a:path w="23400" h="5957">
                <a:moveTo>
                  <a:pt x="0" y="0"/>
                </a:moveTo>
                <a:lnTo>
                  <a:pt x="23400" y="0"/>
                </a:lnTo>
                <a:lnTo>
                  <a:pt x="23400" y="5957"/>
                </a:lnTo>
                <a:lnTo>
                  <a:pt x="0" y="595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15680" y="862200"/>
            <a:ext cx="8795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3. Используйте нашу фирменную цветовую палитру (её найдете в следующем слайде)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15680" y="1319400"/>
            <a:ext cx="2702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4. Визуальные материалы: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837000" y="173088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172880" y="1701720"/>
            <a:ext cx="5304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Добавляйте релевантные изображения к текстовым блокам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837000" y="197640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72880" y="1947240"/>
            <a:ext cx="6206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Используйте иконки или эмодзи для визуализации ключевых пунктов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837000" y="222192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172880" y="2192760"/>
            <a:ext cx="6008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Используйте инфографику для визуализации сложной информации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5113800" y="2615400"/>
            <a:ext cx="635760" cy="208440"/>
          </a:xfrm>
          <a:custGeom>
            <a:avLst/>
            <a:gdLst/>
            <a:ahLst/>
            <a:rect l="0" t="0" r="r" b="b"/>
            <a:pathLst>
              <a:path w="1766" h="579">
                <a:moveTo>
                  <a:pt x="0" y="0"/>
                </a:moveTo>
                <a:lnTo>
                  <a:pt x="1766" y="0"/>
                </a:lnTo>
                <a:lnTo>
                  <a:pt x="1766" y="579"/>
                </a:lnTo>
                <a:lnTo>
                  <a:pt x="0" y="5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749200" y="2615400"/>
            <a:ext cx="0" cy="208080"/>
          </a:xfrm>
          <a:custGeom>
            <a:avLst/>
            <a:gdLst/>
            <a:ahLst/>
            <a:rect l="0" t="0" r="r" b="b"/>
            <a:pathLst>
              <a:path w="0" h="578">
                <a:moveTo>
                  <a:pt x="0" y="0"/>
                </a:moveTo>
                <a:lnTo>
                  <a:pt x="0" y="57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5113800" y="2791800"/>
            <a:ext cx="635760" cy="16560"/>
          </a:xfrm>
          <a:custGeom>
            <a:avLst/>
            <a:gdLst/>
            <a:ahLst/>
            <a:rect l="0" t="0" r="r" b="b"/>
            <a:pathLst>
              <a:path w="1766" h="46">
                <a:moveTo>
                  <a:pt x="0" y="0"/>
                </a:moveTo>
                <a:lnTo>
                  <a:pt x="1766" y="0"/>
                </a:lnTo>
                <a:lnTo>
                  <a:pt x="1766" y="46"/>
                </a:lnTo>
                <a:lnTo>
                  <a:pt x="0" y="46"/>
                </a:lnTo>
                <a:lnTo>
                  <a:pt x="0" y="0"/>
                </a:lnTo>
                <a:close/>
              </a:path>
            </a:pathLst>
          </a:custGeom>
          <a:solidFill>
            <a:srgbClr val="009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747360" y="2576520"/>
            <a:ext cx="348840" cy="348840"/>
          </a:xfrm>
          <a:custGeom>
            <a:avLst/>
            <a:gdLst/>
            <a:ahLst/>
            <a:rect l="0" t="0" r="r" b="b"/>
            <a:pathLst>
              <a:path w="969" h="969">
                <a:moveTo>
                  <a:pt x="0" y="0"/>
                </a:moveTo>
                <a:lnTo>
                  <a:pt x="969" y="0"/>
                </a:lnTo>
                <a:lnTo>
                  <a:pt x="969" y="969"/>
                </a:lnTo>
                <a:lnTo>
                  <a:pt x="0" y="96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77" name="" descr=""/>
          <p:cNvPicPr/>
          <p:nvPr/>
        </p:nvPicPr>
        <p:blipFill>
          <a:blip r:embed="rId2"/>
          <a:stretch/>
        </p:blipFill>
        <p:spPr>
          <a:xfrm>
            <a:off x="747720" y="2576520"/>
            <a:ext cx="348120" cy="348120"/>
          </a:xfrm>
          <a:prstGeom prst="rect">
            <a:avLst/>
          </a:prstGeom>
          <a:ln w="0">
            <a:noFill/>
          </a:ln>
        </p:spPr>
      </p:pic>
      <p:sp>
        <p:nvSpPr>
          <p:cNvPr id="278" name=""/>
          <p:cNvSpPr txBox="1"/>
          <p:nvPr/>
        </p:nvSpPr>
        <p:spPr>
          <a:xfrm>
            <a:off x="715680" y="2590560"/>
            <a:ext cx="5546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          </a:t>
            </a:r>
            <a:r>
              <a:rPr b="1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качественные изображения вы можете взять </a:t>
            </a:r>
            <a:r>
              <a:rPr b="1" lang="en-US" sz="1400" spc="-1" strike="noStrike">
                <a:solidFill>
                  <a:srgbClr val="0097a7"/>
                </a:solidFill>
                <a:latin typeface="Roboto"/>
                <a:ea typeface="Roboto"/>
              </a:rPr>
              <a:t>в папке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8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81" name=""/>
          <p:cNvSpPr/>
          <p:nvPr/>
        </p:nvSpPr>
        <p:spPr>
          <a:xfrm>
            <a:off x="1441080" y="89964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4"/>
                  <a:pt x="5094" y="149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9"/>
                </a:lnTo>
                <a:cubicBezTo>
                  <a:pt x="5242" y="2808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8"/>
                  <a:pt x="0" y="2529"/>
                </a:cubicBezTo>
                <a:lnTo>
                  <a:pt x="0" y="506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5587560" y="331740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6"/>
                  <a:pt x="226" y="0"/>
                  <a:pt x="505" y="0"/>
                </a:cubicBezTo>
                <a:lnTo>
                  <a:pt x="4736" y="0"/>
                </a:lnTo>
                <a:cubicBezTo>
                  <a:pt x="4870" y="0"/>
                  <a:pt x="4999" y="53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7"/>
                  <a:pt x="5016" y="3034"/>
                  <a:pt x="4736" y="3034"/>
                </a:cubicBezTo>
                <a:lnTo>
                  <a:pt x="505" y="3034"/>
                </a:lnTo>
                <a:cubicBezTo>
                  <a:pt x="226" y="3034"/>
                  <a:pt x="0" y="2807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4811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3486240" y="89964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4"/>
                  <a:pt x="5094" y="149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9"/>
                </a:lnTo>
                <a:cubicBezTo>
                  <a:pt x="5242" y="2808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8"/>
                  <a:pt x="0" y="2529"/>
                </a:cubicBezTo>
                <a:lnTo>
                  <a:pt x="0" y="506"/>
                </a:lnTo>
                <a:close/>
              </a:path>
            </a:pathLst>
          </a:custGeom>
          <a:solidFill>
            <a:srgbClr val="ffd7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441080" y="331740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6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3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7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7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2ab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441080" y="210852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4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8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8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9857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3486240" y="331740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6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3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7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7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005e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5587560" y="89964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5" y="0"/>
                </a:cubicBezTo>
                <a:lnTo>
                  <a:pt x="4736" y="0"/>
                </a:lnTo>
                <a:cubicBezTo>
                  <a:pt x="4870" y="0"/>
                  <a:pt x="4999" y="54"/>
                  <a:pt x="5094" y="149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9"/>
                </a:lnTo>
                <a:cubicBezTo>
                  <a:pt x="5242" y="2808"/>
                  <a:pt x="5016" y="3034"/>
                  <a:pt x="4736" y="3034"/>
                </a:cubicBezTo>
                <a:lnTo>
                  <a:pt x="505" y="3034"/>
                </a:lnTo>
                <a:cubicBezTo>
                  <a:pt x="226" y="3034"/>
                  <a:pt x="0" y="2808"/>
                  <a:pt x="0" y="2529"/>
                </a:cubicBezTo>
                <a:lnTo>
                  <a:pt x="0" y="506"/>
                </a:lnTo>
                <a:close/>
              </a:path>
            </a:pathLst>
          </a:custGeom>
          <a:solidFill>
            <a:srgbClr val="e17a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3486240" y="210852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4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8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8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740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5587560" y="210852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5" y="0"/>
                </a:cubicBezTo>
                <a:lnTo>
                  <a:pt x="4736" y="0"/>
                </a:lnTo>
                <a:cubicBezTo>
                  <a:pt x="4870" y="0"/>
                  <a:pt x="4999" y="54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8"/>
                  <a:pt x="5016" y="3034"/>
                  <a:pt x="4736" y="3034"/>
                </a:cubicBezTo>
                <a:lnTo>
                  <a:pt x="505" y="3034"/>
                </a:lnTo>
                <a:cubicBezTo>
                  <a:pt x="226" y="3034"/>
                  <a:pt x="0" y="2808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40299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92" name=""/>
          <p:cNvSpPr/>
          <p:nvPr/>
        </p:nvSpPr>
        <p:spPr>
          <a:xfrm>
            <a:off x="1571040" y="2723760"/>
            <a:ext cx="500040" cy="500040"/>
          </a:xfrm>
          <a:custGeom>
            <a:avLst/>
            <a:gdLst/>
            <a:ahLst/>
            <a:rect l="0" t="0" r="r" b="b"/>
            <a:pathLst>
              <a:path w="1389" h="1389">
                <a:moveTo>
                  <a:pt x="0" y="0"/>
                </a:moveTo>
                <a:lnTo>
                  <a:pt x="1389" y="0"/>
                </a:lnTo>
                <a:lnTo>
                  <a:pt x="1389" y="1389"/>
                </a:lnTo>
                <a:lnTo>
                  <a:pt x="0" y="138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2"/>
          <a:stretch/>
        </p:blipFill>
        <p:spPr>
          <a:xfrm>
            <a:off x="1571400" y="272412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294" name=""/>
          <p:cNvSpPr/>
          <p:nvPr/>
        </p:nvSpPr>
        <p:spPr>
          <a:xfrm>
            <a:off x="1785240" y="583200"/>
            <a:ext cx="499680" cy="499680"/>
          </a:xfrm>
          <a:custGeom>
            <a:avLst/>
            <a:gdLst/>
            <a:ahLst/>
            <a:rect l="0" t="0" r="r" b="b"/>
            <a:pathLst>
              <a:path w="1388" h="1388">
                <a:moveTo>
                  <a:pt x="0" y="0"/>
                </a:moveTo>
                <a:lnTo>
                  <a:pt x="1388" y="0"/>
                </a:lnTo>
                <a:lnTo>
                  <a:pt x="1388" y="1388"/>
                </a:lnTo>
                <a:lnTo>
                  <a:pt x="0" y="13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95" name="" descr=""/>
          <p:cNvPicPr/>
          <p:nvPr/>
        </p:nvPicPr>
        <p:blipFill>
          <a:blip r:embed="rId3"/>
          <a:stretch/>
        </p:blipFill>
        <p:spPr>
          <a:xfrm>
            <a:off x="1785240" y="58320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296" name=""/>
          <p:cNvSpPr/>
          <p:nvPr/>
        </p:nvSpPr>
        <p:spPr>
          <a:xfrm>
            <a:off x="5684040" y="2316240"/>
            <a:ext cx="556200" cy="556200"/>
          </a:xfrm>
          <a:custGeom>
            <a:avLst/>
            <a:gdLst/>
            <a:ahLst/>
            <a:rect l="0" t="0" r="r" b="b"/>
            <a:pathLst>
              <a:path w="1545" h="1545">
                <a:moveTo>
                  <a:pt x="0" y="0"/>
                </a:moveTo>
                <a:lnTo>
                  <a:pt x="1545" y="0"/>
                </a:lnTo>
                <a:lnTo>
                  <a:pt x="1545" y="1545"/>
                </a:lnTo>
                <a:lnTo>
                  <a:pt x="0" y="15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97" name="" descr=""/>
          <p:cNvPicPr/>
          <p:nvPr/>
        </p:nvPicPr>
        <p:blipFill>
          <a:blip r:embed="rId4"/>
          <a:stretch/>
        </p:blipFill>
        <p:spPr>
          <a:xfrm>
            <a:off x="5684400" y="2316600"/>
            <a:ext cx="555480" cy="555480"/>
          </a:xfrm>
          <a:prstGeom prst="rect">
            <a:avLst/>
          </a:prstGeom>
          <a:ln w="0">
            <a:noFill/>
          </a:ln>
        </p:spPr>
      </p:pic>
      <p:sp>
        <p:nvSpPr>
          <p:cNvPr id="298" name=""/>
          <p:cNvSpPr/>
          <p:nvPr/>
        </p:nvSpPr>
        <p:spPr>
          <a:xfrm>
            <a:off x="4971240" y="3774240"/>
            <a:ext cx="406800" cy="410400"/>
          </a:xfrm>
          <a:custGeom>
            <a:avLst/>
            <a:gdLst/>
            <a:ahLst/>
            <a:rect l="0" t="0" r="r" b="b"/>
            <a:pathLst>
              <a:path w="1130" h="1140">
                <a:moveTo>
                  <a:pt x="0" y="0"/>
                </a:moveTo>
                <a:lnTo>
                  <a:pt x="1130" y="0"/>
                </a:lnTo>
                <a:lnTo>
                  <a:pt x="1130" y="1140"/>
                </a:lnTo>
                <a:lnTo>
                  <a:pt x="0" y="114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5"/>
          <a:stretch/>
        </p:blipFill>
        <p:spPr>
          <a:xfrm>
            <a:off x="4971600" y="3774600"/>
            <a:ext cx="406080" cy="409680"/>
          </a:xfrm>
          <a:prstGeom prst="rect">
            <a:avLst/>
          </a:prstGeom>
          <a:ln w="0">
            <a:noFill/>
          </a:ln>
        </p:spPr>
      </p:pic>
      <p:sp>
        <p:nvSpPr>
          <p:cNvPr id="300" name=""/>
          <p:cNvSpPr/>
          <p:nvPr/>
        </p:nvSpPr>
        <p:spPr>
          <a:xfrm>
            <a:off x="2996640" y="3834360"/>
            <a:ext cx="424800" cy="424800"/>
          </a:xfrm>
          <a:custGeom>
            <a:avLst/>
            <a:gdLst/>
            <a:ahLst/>
            <a:rect l="0" t="0" r="r" b="b"/>
            <a:pathLst>
              <a:path w="1180" h="1180">
                <a:moveTo>
                  <a:pt x="0" y="0"/>
                </a:moveTo>
                <a:lnTo>
                  <a:pt x="1180" y="0"/>
                </a:lnTo>
                <a:lnTo>
                  <a:pt x="1180" y="1180"/>
                </a:lnTo>
                <a:lnTo>
                  <a:pt x="0" y="118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01" name="" descr=""/>
          <p:cNvPicPr/>
          <p:nvPr/>
        </p:nvPicPr>
        <p:blipFill>
          <a:blip r:embed="rId6"/>
          <a:stretch/>
        </p:blipFill>
        <p:spPr>
          <a:xfrm>
            <a:off x="2997000" y="3834720"/>
            <a:ext cx="424080" cy="424080"/>
          </a:xfrm>
          <a:prstGeom prst="rect">
            <a:avLst/>
          </a:prstGeom>
          <a:ln w="0">
            <a:noFill/>
          </a:ln>
        </p:spPr>
      </p:pic>
      <p:sp>
        <p:nvSpPr>
          <p:cNvPr id="302" name=""/>
          <p:cNvSpPr/>
          <p:nvPr/>
        </p:nvSpPr>
        <p:spPr>
          <a:xfrm>
            <a:off x="1257480" y="585360"/>
            <a:ext cx="495720" cy="495360"/>
          </a:xfrm>
          <a:custGeom>
            <a:avLst/>
            <a:gdLst/>
            <a:ahLst/>
            <a:rect l="0" t="0" r="r" b="b"/>
            <a:pathLst>
              <a:path w="1377" h="1376">
                <a:moveTo>
                  <a:pt x="0" y="0"/>
                </a:moveTo>
                <a:lnTo>
                  <a:pt x="1377" y="0"/>
                </a:lnTo>
                <a:lnTo>
                  <a:pt x="137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03" name="" descr=""/>
          <p:cNvPicPr/>
          <p:nvPr/>
        </p:nvPicPr>
        <p:blipFill>
          <a:blip r:embed="rId7"/>
          <a:stretch/>
        </p:blipFill>
        <p:spPr>
          <a:xfrm>
            <a:off x="1257840" y="58536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304" name=""/>
          <p:cNvSpPr/>
          <p:nvPr/>
        </p:nvSpPr>
        <p:spPr>
          <a:xfrm>
            <a:off x="5030280" y="4262400"/>
            <a:ext cx="360360" cy="360360"/>
          </a:xfrm>
          <a:custGeom>
            <a:avLst/>
            <a:gdLst/>
            <a:ahLst/>
            <a:rect l="0" t="0" r="r" b="b"/>
            <a:pathLst>
              <a:path w="1001" h="1001">
                <a:moveTo>
                  <a:pt x="0" y="0"/>
                </a:moveTo>
                <a:lnTo>
                  <a:pt x="1001" y="0"/>
                </a:lnTo>
                <a:lnTo>
                  <a:pt x="100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05" name="" descr=""/>
          <p:cNvPicPr/>
          <p:nvPr/>
        </p:nvPicPr>
        <p:blipFill>
          <a:blip r:embed="rId8"/>
          <a:stretch/>
        </p:blipFill>
        <p:spPr>
          <a:xfrm>
            <a:off x="5030280" y="4262400"/>
            <a:ext cx="359640" cy="359640"/>
          </a:xfrm>
          <a:prstGeom prst="rect">
            <a:avLst/>
          </a:prstGeom>
          <a:ln w="0">
            <a:noFill/>
          </a:ln>
        </p:spPr>
      </p:pic>
      <p:sp>
        <p:nvSpPr>
          <p:cNvPr id="306" name=""/>
          <p:cNvSpPr/>
          <p:nvPr/>
        </p:nvSpPr>
        <p:spPr>
          <a:xfrm>
            <a:off x="5405040" y="3774240"/>
            <a:ext cx="406440" cy="410400"/>
          </a:xfrm>
          <a:custGeom>
            <a:avLst/>
            <a:gdLst/>
            <a:ahLst/>
            <a:rect l="0" t="0" r="r" b="b"/>
            <a:pathLst>
              <a:path w="1129" h="1140">
                <a:moveTo>
                  <a:pt x="0" y="0"/>
                </a:moveTo>
                <a:lnTo>
                  <a:pt x="1129" y="0"/>
                </a:lnTo>
                <a:lnTo>
                  <a:pt x="1129" y="1140"/>
                </a:lnTo>
                <a:lnTo>
                  <a:pt x="0" y="114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07" name="" descr=""/>
          <p:cNvPicPr/>
          <p:nvPr/>
        </p:nvPicPr>
        <p:blipFill>
          <a:blip r:embed="rId9"/>
          <a:stretch/>
        </p:blipFill>
        <p:spPr>
          <a:xfrm>
            <a:off x="5405040" y="3774600"/>
            <a:ext cx="406080" cy="409680"/>
          </a:xfrm>
          <a:prstGeom prst="rect">
            <a:avLst/>
          </a:prstGeom>
          <a:ln w="0">
            <a:noFill/>
          </a:ln>
        </p:spPr>
      </p:pic>
      <p:sp>
        <p:nvSpPr>
          <p:cNvPr id="308" name=""/>
          <p:cNvSpPr/>
          <p:nvPr/>
        </p:nvSpPr>
        <p:spPr>
          <a:xfrm>
            <a:off x="7846920" y="4023000"/>
            <a:ext cx="509040" cy="509040"/>
          </a:xfrm>
          <a:custGeom>
            <a:avLst/>
            <a:gdLst/>
            <a:ahLst/>
            <a:rect l="0" t="0" r="r" b="b"/>
            <a:pathLst>
              <a:path w="1414" h="1414">
                <a:moveTo>
                  <a:pt x="0" y="0"/>
                </a:moveTo>
                <a:lnTo>
                  <a:pt x="1414" y="0"/>
                </a:lnTo>
                <a:lnTo>
                  <a:pt x="1414" y="1414"/>
                </a:lnTo>
                <a:lnTo>
                  <a:pt x="0" y="14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09" name="" descr=""/>
          <p:cNvPicPr/>
          <p:nvPr/>
        </p:nvPicPr>
        <p:blipFill>
          <a:blip r:embed="rId10"/>
          <a:stretch/>
        </p:blipFill>
        <p:spPr>
          <a:xfrm>
            <a:off x="7846920" y="4023360"/>
            <a:ext cx="508320" cy="508320"/>
          </a:xfrm>
          <a:prstGeom prst="rect">
            <a:avLst/>
          </a:prstGeom>
          <a:ln w="0">
            <a:noFill/>
          </a:ln>
        </p:spPr>
      </p:pic>
      <p:sp>
        <p:nvSpPr>
          <p:cNvPr id="310" name=""/>
          <p:cNvSpPr/>
          <p:nvPr/>
        </p:nvSpPr>
        <p:spPr>
          <a:xfrm>
            <a:off x="554760" y="538920"/>
            <a:ext cx="588600" cy="588240"/>
          </a:xfrm>
          <a:custGeom>
            <a:avLst/>
            <a:gdLst/>
            <a:ahLst/>
            <a:rect l="0" t="0" r="r" b="b"/>
            <a:pathLst>
              <a:path w="1635" h="1634">
                <a:moveTo>
                  <a:pt x="0" y="0"/>
                </a:moveTo>
                <a:lnTo>
                  <a:pt x="1635" y="0"/>
                </a:lnTo>
                <a:lnTo>
                  <a:pt x="1635" y="1634"/>
                </a:lnTo>
                <a:lnTo>
                  <a:pt x="0" y="163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11" name="" descr=""/>
          <p:cNvPicPr/>
          <p:nvPr/>
        </p:nvPicPr>
        <p:blipFill>
          <a:blip r:embed="rId11"/>
          <a:stretch/>
        </p:blipFill>
        <p:spPr>
          <a:xfrm>
            <a:off x="555120" y="538920"/>
            <a:ext cx="587880" cy="587880"/>
          </a:xfrm>
          <a:prstGeom prst="rect">
            <a:avLst/>
          </a:prstGeom>
          <a:ln w="0">
            <a:noFill/>
          </a:ln>
        </p:spPr>
      </p:pic>
      <p:sp>
        <p:nvSpPr>
          <p:cNvPr id="312" name=""/>
          <p:cNvSpPr/>
          <p:nvPr/>
        </p:nvSpPr>
        <p:spPr>
          <a:xfrm>
            <a:off x="5773320" y="3881160"/>
            <a:ext cx="476280" cy="476280"/>
          </a:xfrm>
          <a:custGeom>
            <a:avLst/>
            <a:gdLst/>
            <a:ahLst/>
            <a:rect l="0" t="0" r="r" b="b"/>
            <a:pathLst>
              <a:path w="1323" h="1323">
                <a:moveTo>
                  <a:pt x="0" y="0"/>
                </a:moveTo>
                <a:lnTo>
                  <a:pt x="1323" y="0"/>
                </a:lnTo>
                <a:lnTo>
                  <a:pt x="1323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13" name="" descr=""/>
          <p:cNvPicPr/>
          <p:nvPr/>
        </p:nvPicPr>
        <p:blipFill>
          <a:blip r:embed="rId12"/>
          <a:stretch/>
        </p:blipFill>
        <p:spPr>
          <a:xfrm>
            <a:off x="5773680" y="3881520"/>
            <a:ext cx="475560" cy="475560"/>
          </a:xfrm>
          <a:prstGeom prst="rect">
            <a:avLst/>
          </a:prstGeom>
          <a:ln w="0">
            <a:noFill/>
          </a:ln>
        </p:spPr>
      </p:pic>
      <p:sp>
        <p:nvSpPr>
          <p:cNvPr id="314" name=""/>
          <p:cNvSpPr/>
          <p:nvPr/>
        </p:nvSpPr>
        <p:spPr>
          <a:xfrm>
            <a:off x="6224760" y="3852000"/>
            <a:ext cx="475920" cy="476280"/>
          </a:xfrm>
          <a:custGeom>
            <a:avLst/>
            <a:gdLst/>
            <a:ahLst/>
            <a:rect l="0" t="0" r="r" b="b"/>
            <a:pathLst>
              <a:path w="1322" h="1323">
                <a:moveTo>
                  <a:pt x="0" y="0"/>
                </a:moveTo>
                <a:lnTo>
                  <a:pt x="1322" y="0"/>
                </a:lnTo>
                <a:lnTo>
                  <a:pt x="1322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15" name="" descr=""/>
          <p:cNvPicPr/>
          <p:nvPr/>
        </p:nvPicPr>
        <p:blipFill>
          <a:blip r:embed="rId13"/>
          <a:stretch/>
        </p:blipFill>
        <p:spPr>
          <a:xfrm>
            <a:off x="6224760" y="3852360"/>
            <a:ext cx="475560" cy="475560"/>
          </a:xfrm>
          <a:prstGeom prst="rect">
            <a:avLst/>
          </a:prstGeom>
          <a:ln w="0">
            <a:noFill/>
          </a:ln>
        </p:spPr>
      </p:pic>
      <p:sp>
        <p:nvSpPr>
          <p:cNvPr id="316" name=""/>
          <p:cNvSpPr/>
          <p:nvPr/>
        </p:nvSpPr>
        <p:spPr>
          <a:xfrm>
            <a:off x="5819400" y="4318920"/>
            <a:ext cx="384120" cy="384480"/>
          </a:xfrm>
          <a:custGeom>
            <a:avLst/>
            <a:gdLst/>
            <a:ahLst/>
            <a:rect l="0" t="0" r="r" b="b"/>
            <a:pathLst>
              <a:path w="1067" h="1068">
                <a:moveTo>
                  <a:pt x="0" y="0"/>
                </a:moveTo>
                <a:lnTo>
                  <a:pt x="1067" y="0"/>
                </a:lnTo>
                <a:lnTo>
                  <a:pt x="1067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17" name="" descr=""/>
          <p:cNvPicPr/>
          <p:nvPr/>
        </p:nvPicPr>
        <p:blipFill>
          <a:blip r:embed="rId14"/>
          <a:stretch/>
        </p:blipFill>
        <p:spPr>
          <a:xfrm>
            <a:off x="5819400" y="43189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18" name=""/>
          <p:cNvSpPr/>
          <p:nvPr/>
        </p:nvSpPr>
        <p:spPr>
          <a:xfrm>
            <a:off x="6270480" y="429768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0" y="0"/>
                </a:moveTo>
                <a:lnTo>
                  <a:pt x="1068" y="0"/>
                </a:lnTo>
                <a:lnTo>
                  <a:pt x="1068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15"/>
          <a:stretch/>
        </p:blipFill>
        <p:spPr>
          <a:xfrm>
            <a:off x="6270840" y="42980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20" name=""/>
          <p:cNvSpPr/>
          <p:nvPr/>
        </p:nvSpPr>
        <p:spPr>
          <a:xfrm>
            <a:off x="2530080" y="4433040"/>
            <a:ext cx="404640" cy="404640"/>
          </a:xfrm>
          <a:custGeom>
            <a:avLst/>
            <a:gdLst/>
            <a:ahLst/>
            <a:rect l="0" t="0" r="r" b="b"/>
            <a:pathLst>
              <a:path w="1124" h="1124">
                <a:moveTo>
                  <a:pt x="0" y="0"/>
                </a:moveTo>
                <a:lnTo>
                  <a:pt x="1124" y="0"/>
                </a:lnTo>
                <a:lnTo>
                  <a:pt x="1124" y="1124"/>
                </a:lnTo>
                <a:lnTo>
                  <a:pt x="0" y="112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21" name="" descr=""/>
          <p:cNvPicPr/>
          <p:nvPr/>
        </p:nvPicPr>
        <p:blipFill>
          <a:blip r:embed="rId16"/>
          <a:stretch/>
        </p:blipFill>
        <p:spPr>
          <a:xfrm>
            <a:off x="2530440" y="443304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322" name=""/>
          <p:cNvSpPr/>
          <p:nvPr/>
        </p:nvSpPr>
        <p:spPr>
          <a:xfrm>
            <a:off x="2901240" y="561600"/>
            <a:ext cx="542880" cy="542880"/>
          </a:xfrm>
          <a:custGeom>
            <a:avLst/>
            <a:gdLst/>
            <a:ahLst/>
            <a:rect l="0" t="0" r="r" b="b"/>
            <a:pathLst>
              <a:path w="1508" h="1508">
                <a:moveTo>
                  <a:pt x="0" y="0"/>
                </a:moveTo>
                <a:lnTo>
                  <a:pt x="1508" y="0"/>
                </a:lnTo>
                <a:lnTo>
                  <a:pt x="1508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23" name="" descr=""/>
          <p:cNvPicPr/>
          <p:nvPr/>
        </p:nvPicPr>
        <p:blipFill>
          <a:blip r:embed="rId17"/>
          <a:stretch/>
        </p:blipFill>
        <p:spPr>
          <a:xfrm>
            <a:off x="2901240" y="561600"/>
            <a:ext cx="542160" cy="542160"/>
          </a:xfrm>
          <a:prstGeom prst="rect">
            <a:avLst/>
          </a:prstGeom>
          <a:ln w="0">
            <a:noFill/>
          </a:ln>
        </p:spPr>
      </p:pic>
      <p:sp>
        <p:nvSpPr>
          <p:cNvPr id="324" name=""/>
          <p:cNvSpPr/>
          <p:nvPr/>
        </p:nvSpPr>
        <p:spPr>
          <a:xfrm>
            <a:off x="888480" y="2047680"/>
            <a:ext cx="437400" cy="437040"/>
          </a:xfrm>
          <a:custGeom>
            <a:avLst/>
            <a:gdLst/>
            <a:ahLst/>
            <a:rect l="0" t="0" r="r" b="b"/>
            <a:pathLst>
              <a:path w="1215" h="1214">
                <a:moveTo>
                  <a:pt x="0" y="0"/>
                </a:moveTo>
                <a:lnTo>
                  <a:pt x="1215" y="0"/>
                </a:lnTo>
                <a:lnTo>
                  <a:pt x="1215" y="1214"/>
                </a:lnTo>
                <a:lnTo>
                  <a:pt x="0" y="12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25" name="" descr=""/>
          <p:cNvPicPr/>
          <p:nvPr/>
        </p:nvPicPr>
        <p:blipFill>
          <a:blip r:embed="rId18"/>
          <a:stretch/>
        </p:blipFill>
        <p:spPr>
          <a:xfrm>
            <a:off x="888480" y="2047680"/>
            <a:ext cx="436680" cy="436680"/>
          </a:xfrm>
          <a:prstGeom prst="rect">
            <a:avLst/>
          </a:prstGeom>
          <a:ln w="0">
            <a:noFill/>
          </a:ln>
        </p:spPr>
      </p:pic>
      <p:sp>
        <p:nvSpPr>
          <p:cNvPr id="326" name=""/>
          <p:cNvSpPr/>
          <p:nvPr/>
        </p:nvSpPr>
        <p:spPr>
          <a:xfrm>
            <a:off x="514080" y="2047680"/>
            <a:ext cx="437400" cy="437040"/>
          </a:xfrm>
          <a:custGeom>
            <a:avLst/>
            <a:gdLst/>
            <a:ahLst/>
            <a:rect l="0" t="0" r="r" b="b"/>
            <a:pathLst>
              <a:path w="1215" h="1214">
                <a:moveTo>
                  <a:pt x="0" y="0"/>
                </a:moveTo>
                <a:lnTo>
                  <a:pt x="1215" y="0"/>
                </a:lnTo>
                <a:lnTo>
                  <a:pt x="1215" y="1214"/>
                </a:lnTo>
                <a:lnTo>
                  <a:pt x="0" y="12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27" name="" descr=""/>
          <p:cNvPicPr/>
          <p:nvPr/>
        </p:nvPicPr>
        <p:blipFill>
          <a:blip r:embed="rId19"/>
          <a:stretch/>
        </p:blipFill>
        <p:spPr>
          <a:xfrm>
            <a:off x="514440" y="2047680"/>
            <a:ext cx="436680" cy="436680"/>
          </a:xfrm>
          <a:prstGeom prst="rect">
            <a:avLst/>
          </a:prstGeom>
          <a:ln w="0">
            <a:noFill/>
          </a:ln>
        </p:spPr>
      </p:pic>
      <p:sp>
        <p:nvSpPr>
          <p:cNvPr id="328" name=""/>
          <p:cNvSpPr/>
          <p:nvPr/>
        </p:nvSpPr>
        <p:spPr>
          <a:xfrm>
            <a:off x="3054240" y="4448520"/>
            <a:ext cx="373320" cy="373320"/>
          </a:xfrm>
          <a:custGeom>
            <a:avLst/>
            <a:gdLst/>
            <a:ahLst/>
            <a:rect l="0" t="0" r="r" b="b"/>
            <a:pathLst>
              <a:path w="1037" h="1037">
                <a:moveTo>
                  <a:pt x="0" y="0"/>
                </a:moveTo>
                <a:lnTo>
                  <a:pt x="1037" y="0"/>
                </a:lnTo>
                <a:lnTo>
                  <a:pt x="1037" y="1037"/>
                </a:lnTo>
                <a:lnTo>
                  <a:pt x="0" y="103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29" name="" descr=""/>
          <p:cNvPicPr/>
          <p:nvPr/>
        </p:nvPicPr>
        <p:blipFill>
          <a:blip r:embed="rId20"/>
          <a:stretch/>
        </p:blipFill>
        <p:spPr>
          <a:xfrm>
            <a:off x="3054240" y="44488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330" name=""/>
          <p:cNvSpPr/>
          <p:nvPr/>
        </p:nvSpPr>
        <p:spPr>
          <a:xfrm>
            <a:off x="8383320" y="4017240"/>
            <a:ext cx="521280" cy="520920"/>
          </a:xfrm>
          <a:custGeom>
            <a:avLst/>
            <a:gdLst/>
            <a:ahLst/>
            <a:rect l="0" t="0" r="r" b="b"/>
            <a:pathLst>
              <a:path w="1448" h="1447">
                <a:moveTo>
                  <a:pt x="0" y="0"/>
                </a:moveTo>
                <a:lnTo>
                  <a:pt x="1448" y="0"/>
                </a:lnTo>
                <a:lnTo>
                  <a:pt x="1448" y="1447"/>
                </a:lnTo>
                <a:lnTo>
                  <a:pt x="0" y="144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31" name="" descr=""/>
          <p:cNvPicPr/>
          <p:nvPr/>
        </p:nvPicPr>
        <p:blipFill>
          <a:blip r:embed="rId21"/>
          <a:stretch/>
        </p:blipFill>
        <p:spPr>
          <a:xfrm>
            <a:off x="8383320" y="4017240"/>
            <a:ext cx="520560" cy="520560"/>
          </a:xfrm>
          <a:prstGeom prst="rect">
            <a:avLst/>
          </a:prstGeom>
          <a:ln w="0">
            <a:noFill/>
          </a:ln>
        </p:spPr>
      </p:pic>
      <p:sp>
        <p:nvSpPr>
          <p:cNvPr id="332" name=""/>
          <p:cNvSpPr/>
          <p:nvPr/>
        </p:nvSpPr>
        <p:spPr>
          <a:xfrm>
            <a:off x="8353080" y="3326400"/>
            <a:ext cx="596520" cy="596520"/>
          </a:xfrm>
          <a:custGeom>
            <a:avLst/>
            <a:gdLst/>
            <a:ahLst/>
            <a:rect l="0" t="0" r="r" b="b"/>
            <a:pathLst>
              <a:path w="1657" h="1657">
                <a:moveTo>
                  <a:pt x="0" y="0"/>
                </a:moveTo>
                <a:lnTo>
                  <a:pt x="1657" y="0"/>
                </a:lnTo>
                <a:lnTo>
                  <a:pt x="1657" y="1657"/>
                </a:lnTo>
                <a:lnTo>
                  <a:pt x="0" y="165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22"/>
          <a:stretch/>
        </p:blipFill>
        <p:spPr>
          <a:xfrm>
            <a:off x="8353440" y="3326760"/>
            <a:ext cx="595800" cy="595800"/>
          </a:xfrm>
          <a:prstGeom prst="rect">
            <a:avLst/>
          </a:prstGeom>
          <a:ln w="0">
            <a:noFill/>
          </a:ln>
        </p:spPr>
      </p:pic>
      <p:sp>
        <p:nvSpPr>
          <p:cNvPr id="334" name=""/>
          <p:cNvSpPr/>
          <p:nvPr/>
        </p:nvSpPr>
        <p:spPr>
          <a:xfrm>
            <a:off x="1190520" y="2047680"/>
            <a:ext cx="437040" cy="437040"/>
          </a:xfrm>
          <a:custGeom>
            <a:avLst/>
            <a:gdLst/>
            <a:ahLst/>
            <a:rect l="0" t="0" r="r" b="b"/>
            <a:pathLst>
              <a:path w="1214" h="1214">
                <a:moveTo>
                  <a:pt x="0" y="0"/>
                </a:moveTo>
                <a:lnTo>
                  <a:pt x="1214" y="0"/>
                </a:lnTo>
                <a:lnTo>
                  <a:pt x="1214" y="1214"/>
                </a:lnTo>
                <a:lnTo>
                  <a:pt x="0" y="12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35" name="" descr=""/>
          <p:cNvPicPr/>
          <p:nvPr/>
        </p:nvPicPr>
        <p:blipFill>
          <a:blip r:embed="rId23"/>
          <a:stretch/>
        </p:blipFill>
        <p:spPr>
          <a:xfrm>
            <a:off x="1190520" y="2047680"/>
            <a:ext cx="436680" cy="436680"/>
          </a:xfrm>
          <a:prstGeom prst="rect">
            <a:avLst/>
          </a:prstGeom>
          <a:ln w="0">
            <a:noFill/>
          </a:ln>
        </p:spPr>
      </p:pic>
      <p:sp>
        <p:nvSpPr>
          <p:cNvPr id="336" name=""/>
          <p:cNvSpPr/>
          <p:nvPr/>
        </p:nvSpPr>
        <p:spPr>
          <a:xfrm>
            <a:off x="2171880" y="1391400"/>
            <a:ext cx="493920" cy="493920"/>
          </a:xfrm>
          <a:custGeom>
            <a:avLst/>
            <a:gdLst/>
            <a:ahLst/>
            <a:rect l="0" t="0" r="r" b="b"/>
            <a:pathLst>
              <a:path w="1372" h="1372">
                <a:moveTo>
                  <a:pt x="0" y="0"/>
                </a:moveTo>
                <a:lnTo>
                  <a:pt x="1372" y="0"/>
                </a:lnTo>
                <a:lnTo>
                  <a:pt x="1372" y="1372"/>
                </a:lnTo>
                <a:lnTo>
                  <a:pt x="0" y="137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24"/>
          <a:stretch/>
        </p:blipFill>
        <p:spPr>
          <a:xfrm>
            <a:off x="2172240" y="1391760"/>
            <a:ext cx="493200" cy="493200"/>
          </a:xfrm>
          <a:prstGeom prst="rect">
            <a:avLst/>
          </a:prstGeom>
          <a:ln w="0">
            <a:noFill/>
          </a:ln>
        </p:spPr>
      </p:pic>
      <p:sp>
        <p:nvSpPr>
          <p:cNvPr id="338" name=""/>
          <p:cNvSpPr/>
          <p:nvPr/>
        </p:nvSpPr>
        <p:spPr>
          <a:xfrm>
            <a:off x="1150560" y="1403280"/>
            <a:ext cx="470520" cy="470160"/>
          </a:xfrm>
          <a:custGeom>
            <a:avLst/>
            <a:gdLst/>
            <a:ahLst/>
            <a:rect l="0" t="0" r="r" b="b"/>
            <a:pathLst>
              <a:path w="1307" h="1306">
                <a:moveTo>
                  <a:pt x="0" y="0"/>
                </a:moveTo>
                <a:lnTo>
                  <a:pt x="1307" y="0"/>
                </a:lnTo>
                <a:lnTo>
                  <a:pt x="1307" y="1306"/>
                </a:lnTo>
                <a:lnTo>
                  <a:pt x="0" y="13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39" name="" descr=""/>
          <p:cNvPicPr/>
          <p:nvPr/>
        </p:nvPicPr>
        <p:blipFill>
          <a:blip r:embed="rId25"/>
          <a:stretch/>
        </p:blipFill>
        <p:spPr>
          <a:xfrm>
            <a:off x="1150920" y="1403280"/>
            <a:ext cx="469800" cy="469800"/>
          </a:xfrm>
          <a:prstGeom prst="rect">
            <a:avLst/>
          </a:prstGeom>
          <a:ln w="0">
            <a:noFill/>
          </a:ln>
        </p:spPr>
      </p:pic>
      <p:sp>
        <p:nvSpPr>
          <p:cNvPr id="340" name=""/>
          <p:cNvSpPr/>
          <p:nvPr/>
        </p:nvSpPr>
        <p:spPr>
          <a:xfrm>
            <a:off x="554760" y="4176000"/>
            <a:ext cx="537480" cy="537480"/>
          </a:xfrm>
          <a:custGeom>
            <a:avLst/>
            <a:gdLst/>
            <a:ahLst/>
            <a:rect l="0" t="0" r="r" b="b"/>
            <a:pathLst>
              <a:path w="1493" h="1493">
                <a:moveTo>
                  <a:pt x="0" y="0"/>
                </a:moveTo>
                <a:lnTo>
                  <a:pt x="1493" y="0"/>
                </a:lnTo>
                <a:lnTo>
                  <a:pt x="1493" y="1493"/>
                </a:lnTo>
                <a:lnTo>
                  <a:pt x="0" y="149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26"/>
          <a:stretch/>
        </p:blipFill>
        <p:spPr>
          <a:xfrm>
            <a:off x="555120" y="4176000"/>
            <a:ext cx="536760" cy="536760"/>
          </a:xfrm>
          <a:prstGeom prst="rect">
            <a:avLst/>
          </a:prstGeom>
          <a:ln w="0">
            <a:noFill/>
          </a:ln>
        </p:spPr>
      </p:pic>
      <p:sp>
        <p:nvSpPr>
          <p:cNvPr id="342" name=""/>
          <p:cNvSpPr/>
          <p:nvPr/>
        </p:nvSpPr>
        <p:spPr>
          <a:xfrm>
            <a:off x="519480" y="1354680"/>
            <a:ext cx="567000" cy="567360"/>
          </a:xfrm>
          <a:custGeom>
            <a:avLst/>
            <a:gdLst/>
            <a:ahLst/>
            <a:rect l="0" t="0" r="r" b="b"/>
            <a:pathLst>
              <a:path w="1575" h="1576">
                <a:moveTo>
                  <a:pt x="0" y="0"/>
                </a:moveTo>
                <a:lnTo>
                  <a:pt x="1575" y="0"/>
                </a:lnTo>
                <a:lnTo>
                  <a:pt x="1575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43" name="" descr=""/>
          <p:cNvPicPr/>
          <p:nvPr/>
        </p:nvPicPr>
        <p:blipFill>
          <a:blip r:embed="rId27"/>
          <a:stretch/>
        </p:blipFill>
        <p:spPr>
          <a:xfrm>
            <a:off x="519840" y="1355040"/>
            <a:ext cx="566280" cy="566280"/>
          </a:xfrm>
          <a:prstGeom prst="rect">
            <a:avLst/>
          </a:prstGeom>
          <a:ln w="0">
            <a:noFill/>
          </a:ln>
        </p:spPr>
      </p:pic>
      <p:sp>
        <p:nvSpPr>
          <p:cNvPr id="344" name=""/>
          <p:cNvSpPr/>
          <p:nvPr/>
        </p:nvSpPr>
        <p:spPr>
          <a:xfrm>
            <a:off x="5187600" y="2316240"/>
            <a:ext cx="493560" cy="493560"/>
          </a:xfrm>
          <a:custGeom>
            <a:avLst/>
            <a:gdLst/>
            <a:ahLst/>
            <a:rect l="0" t="0" r="r" b="b"/>
            <a:pathLst>
              <a:path w="1371" h="1371">
                <a:moveTo>
                  <a:pt x="0" y="0"/>
                </a:moveTo>
                <a:lnTo>
                  <a:pt x="1371" y="0"/>
                </a:lnTo>
                <a:lnTo>
                  <a:pt x="1371" y="1371"/>
                </a:lnTo>
                <a:lnTo>
                  <a:pt x="0" y="137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45" name="" descr=""/>
          <p:cNvPicPr/>
          <p:nvPr/>
        </p:nvPicPr>
        <p:blipFill>
          <a:blip r:embed="rId28"/>
          <a:stretch/>
        </p:blipFill>
        <p:spPr>
          <a:xfrm>
            <a:off x="5187600" y="2316600"/>
            <a:ext cx="492840" cy="492840"/>
          </a:xfrm>
          <a:prstGeom prst="rect">
            <a:avLst/>
          </a:prstGeom>
          <a:ln w="0">
            <a:noFill/>
          </a:ln>
        </p:spPr>
      </p:pic>
      <p:sp>
        <p:nvSpPr>
          <p:cNvPr id="346" name=""/>
          <p:cNvSpPr/>
          <p:nvPr/>
        </p:nvSpPr>
        <p:spPr>
          <a:xfrm>
            <a:off x="961200" y="2666880"/>
            <a:ext cx="588600" cy="588600"/>
          </a:xfrm>
          <a:custGeom>
            <a:avLst/>
            <a:gdLst/>
            <a:ahLst/>
            <a:rect l="0" t="0" r="r" b="b"/>
            <a:pathLst>
              <a:path w="1635" h="1635">
                <a:moveTo>
                  <a:pt x="0" y="0"/>
                </a:moveTo>
                <a:lnTo>
                  <a:pt x="1635" y="0"/>
                </a:lnTo>
                <a:lnTo>
                  <a:pt x="1635" y="1635"/>
                </a:lnTo>
                <a:lnTo>
                  <a:pt x="0" y="163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29"/>
          <a:stretch/>
        </p:blipFill>
        <p:spPr>
          <a:xfrm>
            <a:off x="961200" y="2667240"/>
            <a:ext cx="587880" cy="587880"/>
          </a:xfrm>
          <a:prstGeom prst="rect">
            <a:avLst/>
          </a:prstGeom>
          <a:ln w="0">
            <a:noFill/>
          </a:ln>
        </p:spPr>
      </p:pic>
      <p:sp>
        <p:nvSpPr>
          <p:cNvPr id="348" name=""/>
          <p:cNvSpPr/>
          <p:nvPr/>
        </p:nvSpPr>
        <p:spPr>
          <a:xfrm>
            <a:off x="7856280" y="3390480"/>
            <a:ext cx="468360" cy="468360"/>
          </a:xfrm>
          <a:custGeom>
            <a:avLst/>
            <a:gdLst/>
            <a:ahLst/>
            <a:rect l="0" t="0" r="r" b="b"/>
            <a:pathLst>
              <a:path w="1301" h="1301">
                <a:moveTo>
                  <a:pt x="0" y="0"/>
                </a:moveTo>
                <a:lnTo>
                  <a:pt x="1301" y="0"/>
                </a:lnTo>
                <a:lnTo>
                  <a:pt x="1301" y="1301"/>
                </a:lnTo>
                <a:lnTo>
                  <a:pt x="0" y="13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49" name="" descr=""/>
          <p:cNvPicPr/>
          <p:nvPr/>
        </p:nvPicPr>
        <p:blipFill>
          <a:blip r:embed="rId30"/>
          <a:stretch/>
        </p:blipFill>
        <p:spPr>
          <a:xfrm>
            <a:off x="7856280" y="3390480"/>
            <a:ext cx="467640" cy="467640"/>
          </a:xfrm>
          <a:prstGeom prst="rect">
            <a:avLst/>
          </a:prstGeom>
          <a:ln w="0">
            <a:noFill/>
          </a:ln>
        </p:spPr>
      </p:pic>
      <p:sp>
        <p:nvSpPr>
          <p:cNvPr id="350" name=""/>
          <p:cNvSpPr/>
          <p:nvPr/>
        </p:nvSpPr>
        <p:spPr>
          <a:xfrm>
            <a:off x="5181480" y="2922480"/>
            <a:ext cx="493560" cy="493560"/>
          </a:xfrm>
          <a:custGeom>
            <a:avLst/>
            <a:gdLst/>
            <a:ahLst/>
            <a:rect l="0" t="0" r="r" b="b"/>
            <a:pathLst>
              <a:path w="1371" h="1371">
                <a:moveTo>
                  <a:pt x="0" y="0"/>
                </a:moveTo>
                <a:lnTo>
                  <a:pt x="1371" y="0"/>
                </a:lnTo>
                <a:lnTo>
                  <a:pt x="1371" y="1371"/>
                </a:lnTo>
                <a:lnTo>
                  <a:pt x="0" y="137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31"/>
          <a:stretch/>
        </p:blipFill>
        <p:spPr>
          <a:xfrm>
            <a:off x="5181480" y="2922840"/>
            <a:ext cx="492840" cy="492840"/>
          </a:xfrm>
          <a:prstGeom prst="rect">
            <a:avLst/>
          </a:prstGeom>
          <a:ln w="0">
            <a:noFill/>
          </a:ln>
        </p:spPr>
      </p:pic>
      <p:sp>
        <p:nvSpPr>
          <p:cNvPr id="352" name=""/>
          <p:cNvSpPr/>
          <p:nvPr/>
        </p:nvSpPr>
        <p:spPr>
          <a:xfrm>
            <a:off x="2131200" y="2730240"/>
            <a:ext cx="500040" cy="500040"/>
          </a:xfrm>
          <a:custGeom>
            <a:avLst/>
            <a:gdLst/>
            <a:ahLst/>
            <a:rect l="0" t="0" r="r" b="b"/>
            <a:pathLst>
              <a:path w="1389" h="1389">
                <a:moveTo>
                  <a:pt x="0" y="0"/>
                </a:moveTo>
                <a:lnTo>
                  <a:pt x="1389" y="0"/>
                </a:lnTo>
                <a:lnTo>
                  <a:pt x="1389" y="1389"/>
                </a:lnTo>
                <a:lnTo>
                  <a:pt x="0" y="138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32"/>
          <a:stretch/>
        </p:blipFill>
        <p:spPr>
          <a:xfrm>
            <a:off x="2131560" y="273060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354" name=""/>
          <p:cNvSpPr/>
          <p:nvPr/>
        </p:nvSpPr>
        <p:spPr>
          <a:xfrm>
            <a:off x="4009680" y="2316240"/>
            <a:ext cx="530640" cy="530640"/>
          </a:xfrm>
          <a:custGeom>
            <a:avLst/>
            <a:gdLst/>
            <a:ahLst/>
            <a:rect l="0" t="0" r="r" b="b"/>
            <a:pathLst>
              <a:path w="1474" h="1474">
                <a:moveTo>
                  <a:pt x="0" y="0"/>
                </a:moveTo>
                <a:lnTo>
                  <a:pt x="1474" y="0"/>
                </a:lnTo>
                <a:lnTo>
                  <a:pt x="1474" y="1474"/>
                </a:lnTo>
                <a:lnTo>
                  <a:pt x="0" y="14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55" name="" descr=""/>
          <p:cNvPicPr/>
          <p:nvPr/>
        </p:nvPicPr>
        <p:blipFill>
          <a:blip r:embed="rId33"/>
          <a:stretch/>
        </p:blipFill>
        <p:spPr>
          <a:xfrm>
            <a:off x="4010040" y="2316600"/>
            <a:ext cx="529560" cy="529560"/>
          </a:xfrm>
          <a:prstGeom prst="rect">
            <a:avLst/>
          </a:prstGeom>
          <a:ln w="0">
            <a:noFill/>
          </a:ln>
        </p:spPr>
      </p:pic>
      <p:sp>
        <p:nvSpPr>
          <p:cNvPr id="356" name=""/>
          <p:cNvSpPr/>
          <p:nvPr/>
        </p:nvSpPr>
        <p:spPr>
          <a:xfrm>
            <a:off x="563400" y="3598560"/>
            <a:ext cx="552600" cy="552600"/>
          </a:xfrm>
          <a:custGeom>
            <a:avLst/>
            <a:gdLst/>
            <a:ahLst/>
            <a:rect l="0" t="0" r="r" b="b"/>
            <a:pathLst>
              <a:path w="1535" h="1535">
                <a:moveTo>
                  <a:pt x="0" y="0"/>
                </a:moveTo>
                <a:lnTo>
                  <a:pt x="1535" y="0"/>
                </a:lnTo>
                <a:lnTo>
                  <a:pt x="153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57" name="" descr=""/>
          <p:cNvPicPr/>
          <p:nvPr/>
        </p:nvPicPr>
        <p:blipFill>
          <a:blip r:embed="rId34"/>
          <a:stretch/>
        </p:blipFill>
        <p:spPr>
          <a:xfrm>
            <a:off x="563400" y="3598920"/>
            <a:ext cx="551880" cy="551880"/>
          </a:xfrm>
          <a:prstGeom prst="rect">
            <a:avLst/>
          </a:prstGeom>
          <a:ln w="0">
            <a:noFill/>
          </a:ln>
        </p:spPr>
      </p:pic>
      <p:sp>
        <p:nvSpPr>
          <p:cNvPr id="358" name=""/>
          <p:cNvSpPr/>
          <p:nvPr/>
        </p:nvSpPr>
        <p:spPr>
          <a:xfrm>
            <a:off x="1136160" y="3598560"/>
            <a:ext cx="552600" cy="552600"/>
          </a:xfrm>
          <a:custGeom>
            <a:avLst/>
            <a:gdLst/>
            <a:ahLst/>
            <a:rect l="0" t="0" r="r" b="b"/>
            <a:pathLst>
              <a:path w="1535" h="1535">
                <a:moveTo>
                  <a:pt x="0" y="0"/>
                </a:moveTo>
                <a:lnTo>
                  <a:pt x="1535" y="0"/>
                </a:lnTo>
                <a:lnTo>
                  <a:pt x="153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59" name="" descr=""/>
          <p:cNvPicPr/>
          <p:nvPr/>
        </p:nvPicPr>
        <p:blipFill>
          <a:blip r:embed="rId35"/>
          <a:stretch/>
        </p:blipFill>
        <p:spPr>
          <a:xfrm>
            <a:off x="1136520" y="3598920"/>
            <a:ext cx="551880" cy="551880"/>
          </a:xfrm>
          <a:prstGeom prst="rect">
            <a:avLst/>
          </a:prstGeom>
          <a:ln w="0">
            <a:noFill/>
          </a:ln>
        </p:spPr>
      </p:pic>
      <p:sp>
        <p:nvSpPr>
          <p:cNvPr id="360" name=""/>
          <p:cNvSpPr/>
          <p:nvPr/>
        </p:nvSpPr>
        <p:spPr>
          <a:xfrm>
            <a:off x="1050120" y="4143600"/>
            <a:ext cx="602640" cy="602280"/>
          </a:xfrm>
          <a:custGeom>
            <a:avLst/>
            <a:gdLst/>
            <a:ahLst/>
            <a:rect l="0" t="0" r="r" b="b"/>
            <a:pathLst>
              <a:path w="1674" h="1673">
                <a:moveTo>
                  <a:pt x="0" y="0"/>
                </a:moveTo>
                <a:lnTo>
                  <a:pt x="1674" y="0"/>
                </a:lnTo>
                <a:lnTo>
                  <a:pt x="1674" y="1673"/>
                </a:lnTo>
                <a:lnTo>
                  <a:pt x="0" y="167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36"/>
          <a:stretch/>
        </p:blipFill>
        <p:spPr>
          <a:xfrm>
            <a:off x="1050120" y="4143600"/>
            <a:ext cx="601920" cy="601920"/>
          </a:xfrm>
          <a:prstGeom prst="rect">
            <a:avLst/>
          </a:prstGeom>
          <a:ln w="0">
            <a:noFill/>
          </a:ln>
        </p:spPr>
      </p:pic>
      <p:sp>
        <p:nvSpPr>
          <p:cNvPr id="362" name=""/>
          <p:cNvSpPr/>
          <p:nvPr/>
        </p:nvSpPr>
        <p:spPr>
          <a:xfrm>
            <a:off x="469440" y="2745000"/>
            <a:ext cx="470160" cy="470520"/>
          </a:xfrm>
          <a:custGeom>
            <a:avLst/>
            <a:gdLst/>
            <a:ahLst/>
            <a:rect l="0" t="0" r="r" b="b"/>
            <a:pathLst>
              <a:path w="1306" h="1307">
                <a:moveTo>
                  <a:pt x="0" y="0"/>
                </a:moveTo>
                <a:lnTo>
                  <a:pt x="1306" y="0"/>
                </a:lnTo>
                <a:lnTo>
                  <a:pt x="1306" y="1307"/>
                </a:lnTo>
                <a:lnTo>
                  <a:pt x="0" y="130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37"/>
          <a:stretch/>
        </p:blipFill>
        <p:spPr>
          <a:xfrm>
            <a:off x="469440" y="2745360"/>
            <a:ext cx="469800" cy="469800"/>
          </a:xfrm>
          <a:prstGeom prst="rect">
            <a:avLst/>
          </a:prstGeom>
          <a:ln w="0">
            <a:noFill/>
          </a:ln>
        </p:spPr>
      </p:pic>
      <p:sp>
        <p:nvSpPr>
          <p:cNvPr id="364" name=""/>
          <p:cNvSpPr/>
          <p:nvPr/>
        </p:nvSpPr>
        <p:spPr>
          <a:xfrm>
            <a:off x="2316960" y="556920"/>
            <a:ext cx="552240" cy="552600"/>
          </a:xfrm>
          <a:custGeom>
            <a:avLst/>
            <a:gdLst/>
            <a:ahLst/>
            <a:rect l="0" t="0" r="r" b="b"/>
            <a:pathLst>
              <a:path w="1534" h="1535">
                <a:moveTo>
                  <a:pt x="0" y="0"/>
                </a:moveTo>
                <a:lnTo>
                  <a:pt x="1534" y="0"/>
                </a:lnTo>
                <a:lnTo>
                  <a:pt x="153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38"/>
          <a:stretch/>
        </p:blipFill>
        <p:spPr>
          <a:xfrm>
            <a:off x="2316960" y="556920"/>
            <a:ext cx="551880" cy="551880"/>
          </a:xfrm>
          <a:prstGeom prst="rect">
            <a:avLst/>
          </a:prstGeom>
          <a:ln w="0">
            <a:noFill/>
          </a:ln>
        </p:spPr>
      </p:pic>
      <p:sp>
        <p:nvSpPr>
          <p:cNvPr id="366" name=""/>
          <p:cNvSpPr/>
          <p:nvPr/>
        </p:nvSpPr>
        <p:spPr>
          <a:xfrm>
            <a:off x="4554720" y="2935080"/>
            <a:ext cx="505080" cy="505080"/>
          </a:xfrm>
          <a:custGeom>
            <a:avLst/>
            <a:gdLst/>
            <a:ahLst/>
            <a:rect l="0" t="0" r="r" b="b"/>
            <a:pathLst>
              <a:path w="1403" h="1403">
                <a:moveTo>
                  <a:pt x="0" y="0"/>
                </a:moveTo>
                <a:lnTo>
                  <a:pt x="1403" y="0"/>
                </a:lnTo>
                <a:lnTo>
                  <a:pt x="140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67" name="" descr=""/>
          <p:cNvPicPr/>
          <p:nvPr/>
        </p:nvPicPr>
        <p:blipFill>
          <a:blip r:embed="rId39"/>
          <a:stretch/>
        </p:blipFill>
        <p:spPr>
          <a:xfrm>
            <a:off x="4554720" y="2935440"/>
            <a:ext cx="504720" cy="504360"/>
          </a:xfrm>
          <a:prstGeom prst="rect">
            <a:avLst/>
          </a:prstGeom>
          <a:ln w="0">
            <a:noFill/>
          </a:ln>
        </p:spPr>
      </p:pic>
      <p:sp>
        <p:nvSpPr>
          <p:cNvPr id="368" name=""/>
          <p:cNvSpPr/>
          <p:nvPr/>
        </p:nvSpPr>
        <p:spPr>
          <a:xfrm>
            <a:off x="4022280" y="2935080"/>
            <a:ext cx="505440" cy="505080"/>
          </a:xfrm>
          <a:custGeom>
            <a:avLst/>
            <a:gdLst/>
            <a:ahLst/>
            <a:rect l="0" t="0" r="r" b="b"/>
            <a:pathLst>
              <a:path w="1404" h="1403">
                <a:moveTo>
                  <a:pt x="0" y="0"/>
                </a:moveTo>
                <a:lnTo>
                  <a:pt x="1404" y="0"/>
                </a:lnTo>
                <a:lnTo>
                  <a:pt x="14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40"/>
          <a:stretch/>
        </p:blipFill>
        <p:spPr>
          <a:xfrm>
            <a:off x="4022640" y="2935440"/>
            <a:ext cx="504720" cy="504360"/>
          </a:xfrm>
          <a:prstGeom prst="rect">
            <a:avLst/>
          </a:prstGeom>
          <a:ln w="0">
            <a:noFill/>
          </a:ln>
        </p:spPr>
      </p:pic>
      <p:sp>
        <p:nvSpPr>
          <p:cNvPr id="370" name=""/>
          <p:cNvSpPr/>
          <p:nvPr/>
        </p:nvSpPr>
        <p:spPr>
          <a:xfrm>
            <a:off x="4554720" y="2328840"/>
            <a:ext cx="505080" cy="505440"/>
          </a:xfrm>
          <a:custGeom>
            <a:avLst/>
            <a:gdLst/>
            <a:ahLst/>
            <a:rect l="0" t="0" r="r" b="b"/>
            <a:pathLst>
              <a:path w="1403" h="1404">
                <a:moveTo>
                  <a:pt x="0" y="0"/>
                </a:moveTo>
                <a:lnTo>
                  <a:pt x="1403" y="0"/>
                </a:lnTo>
                <a:lnTo>
                  <a:pt x="140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71" name="" descr=""/>
          <p:cNvPicPr/>
          <p:nvPr/>
        </p:nvPicPr>
        <p:blipFill>
          <a:blip r:embed="rId41"/>
          <a:stretch/>
        </p:blipFill>
        <p:spPr>
          <a:xfrm>
            <a:off x="4554720" y="2329200"/>
            <a:ext cx="504720" cy="504360"/>
          </a:xfrm>
          <a:prstGeom prst="rect">
            <a:avLst/>
          </a:prstGeom>
          <a:ln w="0">
            <a:noFill/>
          </a:ln>
        </p:spPr>
      </p:pic>
      <p:sp>
        <p:nvSpPr>
          <p:cNvPr id="372" name=""/>
          <p:cNvSpPr/>
          <p:nvPr/>
        </p:nvSpPr>
        <p:spPr>
          <a:xfrm>
            <a:off x="5663160" y="2901600"/>
            <a:ext cx="597960" cy="597960"/>
          </a:xfrm>
          <a:custGeom>
            <a:avLst/>
            <a:gdLst/>
            <a:ahLst/>
            <a:rect l="0" t="0" r="r" b="b"/>
            <a:pathLst>
              <a:path w="1661" h="1661">
                <a:moveTo>
                  <a:pt x="0" y="0"/>
                </a:moveTo>
                <a:lnTo>
                  <a:pt x="1661" y="0"/>
                </a:lnTo>
                <a:lnTo>
                  <a:pt x="1661" y="1661"/>
                </a:lnTo>
                <a:lnTo>
                  <a:pt x="0" y="166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73" name="" descr=""/>
          <p:cNvPicPr/>
          <p:nvPr/>
        </p:nvPicPr>
        <p:blipFill>
          <a:blip r:embed="rId42"/>
          <a:stretch/>
        </p:blipFill>
        <p:spPr>
          <a:xfrm>
            <a:off x="5663520" y="2901600"/>
            <a:ext cx="597240" cy="597240"/>
          </a:xfrm>
          <a:prstGeom prst="rect">
            <a:avLst/>
          </a:prstGeom>
          <a:ln w="0">
            <a:noFill/>
          </a:ln>
        </p:spPr>
      </p:pic>
      <p:sp>
        <p:nvSpPr>
          <p:cNvPr id="374" name=""/>
          <p:cNvSpPr/>
          <p:nvPr/>
        </p:nvSpPr>
        <p:spPr>
          <a:xfrm>
            <a:off x="1985040" y="38185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0"/>
                </a:lnTo>
                <a:lnTo>
                  <a:pt x="1270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75" name="" descr=""/>
          <p:cNvPicPr/>
          <p:nvPr/>
        </p:nvPicPr>
        <p:blipFill>
          <a:blip r:embed="rId43"/>
          <a:stretch/>
        </p:blipFill>
        <p:spPr>
          <a:xfrm>
            <a:off x="1985400" y="3818520"/>
            <a:ext cx="456120" cy="456480"/>
          </a:xfrm>
          <a:prstGeom prst="rect">
            <a:avLst/>
          </a:prstGeom>
          <a:ln w="0">
            <a:noFill/>
          </a:ln>
        </p:spPr>
      </p:pic>
      <p:sp>
        <p:nvSpPr>
          <p:cNvPr id="376" name=""/>
          <p:cNvSpPr/>
          <p:nvPr/>
        </p:nvSpPr>
        <p:spPr>
          <a:xfrm>
            <a:off x="1433880" y="2018520"/>
            <a:ext cx="495720" cy="495360"/>
          </a:xfrm>
          <a:custGeom>
            <a:avLst/>
            <a:gdLst/>
            <a:ahLst/>
            <a:rect l="0" t="0" r="r" b="b"/>
            <a:pathLst>
              <a:path w="1377" h="1376">
                <a:moveTo>
                  <a:pt x="0" y="0"/>
                </a:moveTo>
                <a:lnTo>
                  <a:pt x="1377" y="0"/>
                </a:lnTo>
                <a:lnTo>
                  <a:pt x="137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77" name="" descr=""/>
          <p:cNvPicPr/>
          <p:nvPr/>
        </p:nvPicPr>
        <p:blipFill>
          <a:blip r:embed="rId44"/>
          <a:stretch/>
        </p:blipFill>
        <p:spPr>
          <a:xfrm>
            <a:off x="1433880" y="201852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378" name=""/>
          <p:cNvSpPr/>
          <p:nvPr/>
        </p:nvSpPr>
        <p:spPr>
          <a:xfrm>
            <a:off x="1884960" y="2018520"/>
            <a:ext cx="495720" cy="495360"/>
          </a:xfrm>
          <a:custGeom>
            <a:avLst/>
            <a:gdLst/>
            <a:ahLst/>
            <a:rect l="0" t="0" r="r" b="b"/>
            <a:pathLst>
              <a:path w="1377" h="1376">
                <a:moveTo>
                  <a:pt x="0" y="0"/>
                </a:moveTo>
                <a:lnTo>
                  <a:pt x="1377" y="0"/>
                </a:lnTo>
                <a:lnTo>
                  <a:pt x="137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79" name="" descr=""/>
          <p:cNvPicPr/>
          <p:nvPr/>
        </p:nvPicPr>
        <p:blipFill>
          <a:blip r:embed="rId45"/>
          <a:stretch/>
        </p:blipFill>
        <p:spPr>
          <a:xfrm>
            <a:off x="1885320" y="201852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380" name=""/>
          <p:cNvSpPr/>
          <p:nvPr/>
        </p:nvSpPr>
        <p:spPr>
          <a:xfrm>
            <a:off x="2026440" y="444312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0" y="0"/>
                </a:moveTo>
                <a:lnTo>
                  <a:pt x="1068" y="0"/>
                </a:lnTo>
                <a:lnTo>
                  <a:pt x="1068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81" name="" descr=""/>
          <p:cNvPicPr/>
          <p:nvPr/>
        </p:nvPicPr>
        <p:blipFill>
          <a:blip r:embed="rId46"/>
          <a:stretch/>
        </p:blipFill>
        <p:spPr>
          <a:xfrm>
            <a:off x="2026440" y="4443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82" name=""/>
          <p:cNvSpPr/>
          <p:nvPr/>
        </p:nvSpPr>
        <p:spPr>
          <a:xfrm>
            <a:off x="2502000" y="3844440"/>
            <a:ext cx="404640" cy="404640"/>
          </a:xfrm>
          <a:custGeom>
            <a:avLst/>
            <a:gdLst/>
            <a:ahLst/>
            <a:rect l="0" t="0" r="r" b="b"/>
            <a:pathLst>
              <a:path w="1124" h="1124">
                <a:moveTo>
                  <a:pt x="0" y="0"/>
                </a:moveTo>
                <a:lnTo>
                  <a:pt x="1124" y="0"/>
                </a:lnTo>
                <a:lnTo>
                  <a:pt x="1124" y="1124"/>
                </a:lnTo>
                <a:lnTo>
                  <a:pt x="0" y="112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83" name="" descr=""/>
          <p:cNvPicPr/>
          <p:nvPr/>
        </p:nvPicPr>
        <p:blipFill>
          <a:blip r:embed="rId47"/>
          <a:stretch/>
        </p:blipFill>
        <p:spPr>
          <a:xfrm>
            <a:off x="2502000" y="384480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384" name=""/>
          <p:cNvSpPr/>
          <p:nvPr/>
        </p:nvSpPr>
        <p:spPr>
          <a:xfrm>
            <a:off x="4380840" y="4284360"/>
            <a:ext cx="432360" cy="432720"/>
          </a:xfrm>
          <a:custGeom>
            <a:avLst/>
            <a:gdLst/>
            <a:ahLst/>
            <a:rect l="0" t="0" r="r" b="b"/>
            <a:pathLst>
              <a:path w="1201" h="1202">
                <a:moveTo>
                  <a:pt x="0" y="0"/>
                </a:moveTo>
                <a:lnTo>
                  <a:pt x="1201" y="0"/>
                </a:lnTo>
                <a:lnTo>
                  <a:pt x="1201" y="1202"/>
                </a:lnTo>
                <a:lnTo>
                  <a:pt x="0" y="120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85" name="" descr=""/>
          <p:cNvPicPr/>
          <p:nvPr/>
        </p:nvPicPr>
        <p:blipFill>
          <a:blip r:embed="rId48"/>
          <a:stretch/>
        </p:blipFill>
        <p:spPr>
          <a:xfrm>
            <a:off x="4380840" y="428436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386" name=""/>
          <p:cNvSpPr/>
          <p:nvPr/>
        </p:nvSpPr>
        <p:spPr>
          <a:xfrm>
            <a:off x="3919680" y="3763080"/>
            <a:ext cx="432360" cy="432720"/>
          </a:xfrm>
          <a:custGeom>
            <a:avLst/>
            <a:gdLst/>
            <a:ahLst/>
            <a:rect l="0" t="0" r="r" b="b"/>
            <a:pathLst>
              <a:path w="1201" h="1202">
                <a:moveTo>
                  <a:pt x="0" y="0"/>
                </a:moveTo>
                <a:lnTo>
                  <a:pt x="1201" y="0"/>
                </a:lnTo>
                <a:lnTo>
                  <a:pt x="1201" y="1202"/>
                </a:lnTo>
                <a:lnTo>
                  <a:pt x="0" y="120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87" name="" descr=""/>
          <p:cNvPicPr/>
          <p:nvPr/>
        </p:nvPicPr>
        <p:blipFill>
          <a:blip r:embed="rId49"/>
          <a:stretch/>
        </p:blipFill>
        <p:spPr>
          <a:xfrm>
            <a:off x="3919680" y="376344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388" name=""/>
          <p:cNvSpPr/>
          <p:nvPr/>
        </p:nvSpPr>
        <p:spPr>
          <a:xfrm>
            <a:off x="4381200" y="3763080"/>
            <a:ext cx="432360" cy="432720"/>
          </a:xfrm>
          <a:custGeom>
            <a:avLst/>
            <a:gdLst/>
            <a:ahLst/>
            <a:rect l="0" t="0" r="r" b="b"/>
            <a:pathLst>
              <a:path w="1201" h="1202">
                <a:moveTo>
                  <a:pt x="0" y="0"/>
                </a:moveTo>
                <a:lnTo>
                  <a:pt x="1201" y="0"/>
                </a:lnTo>
                <a:lnTo>
                  <a:pt x="1201" y="1202"/>
                </a:lnTo>
                <a:lnTo>
                  <a:pt x="0" y="120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89" name="" descr=""/>
          <p:cNvPicPr/>
          <p:nvPr/>
        </p:nvPicPr>
        <p:blipFill>
          <a:blip r:embed="rId50"/>
          <a:stretch/>
        </p:blipFill>
        <p:spPr>
          <a:xfrm>
            <a:off x="4381200" y="376344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390" name=""/>
          <p:cNvSpPr/>
          <p:nvPr/>
        </p:nvSpPr>
        <p:spPr>
          <a:xfrm>
            <a:off x="5420880" y="4250880"/>
            <a:ext cx="383040" cy="383040"/>
          </a:xfrm>
          <a:custGeom>
            <a:avLst/>
            <a:gdLst/>
            <a:ahLst/>
            <a:rect l="0" t="0" r="r" b="b"/>
            <a:pathLst>
              <a:path w="1064" h="1064">
                <a:moveTo>
                  <a:pt x="0" y="0"/>
                </a:moveTo>
                <a:lnTo>
                  <a:pt x="1064" y="0"/>
                </a:lnTo>
                <a:lnTo>
                  <a:pt x="1064" y="1064"/>
                </a:lnTo>
                <a:lnTo>
                  <a:pt x="0" y="106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91" name="" descr=""/>
          <p:cNvPicPr/>
          <p:nvPr/>
        </p:nvPicPr>
        <p:blipFill>
          <a:blip r:embed="rId51"/>
          <a:stretch/>
        </p:blipFill>
        <p:spPr>
          <a:xfrm>
            <a:off x="5421240" y="4251240"/>
            <a:ext cx="382320" cy="382320"/>
          </a:xfrm>
          <a:prstGeom prst="rect">
            <a:avLst/>
          </a:prstGeom>
          <a:ln w="0">
            <a:noFill/>
          </a:ln>
        </p:spPr>
      </p:pic>
      <p:sp>
        <p:nvSpPr>
          <p:cNvPr id="392" name=""/>
          <p:cNvSpPr/>
          <p:nvPr/>
        </p:nvSpPr>
        <p:spPr>
          <a:xfrm>
            <a:off x="1561320" y="1329480"/>
            <a:ext cx="617760" cy="617760"/>
          </a:xfrm>
          <a:custGeom>
            <a:avLst/>
            <a:gdLst/>
            <a:ahLst/>
            <a:rect l="0" t="0" r="r" b="b"/>
            <a:pathLst>
              <a:path w="1716" h="1716">
                <a:moveTo>
                  <a:pt x="0" y="0"/>
                </a:moveTo>
                <a:lnTo>
                  <a:pt x="1716" y="0"/>
                </a:lnTo>
                <a:lnTo>
                  <a:pt x="1716" y="1716"/>
                </a:lnTo>
                <a:lnTo>
                  <a:pt x="0" y="171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52"/>
          <a:stretch/>
        </p:blipFill>
        <p:spPr>
          <a:xfrm>
            <a:off x="1561680" y="1329840"/>
            <a:ext cx="617040" cy="617040"/>
          </a:xfrm>
          <a:prstGeom prst="rect">
            <a:avLst/>
          </a:prstGeom>
          <a:ln w="0">
            <a:noFill/>
          </a:ln>
        </p:spPr>
      </p:pic>
      <p:sp>
        <p:nvSpPr>
          <p:cNvPr id="394" name=""/>
          <p:cNvSpPr/>
          <p:nvPr/>
        </p:nvSpPr>
        <p:spPr>
          <a:xfrm>
            <a:off x="6484680" y="617040"/>
            <a:ext cx="432000" cy="432000"/>
          </a:xfrm>
          <a:custGeom>
            <a:avLst/>
            <a:gdLst/>
            <a:ahLst/>
            <a:rect l="0" t="0" r="r" b="b"/>
            <a:pathLst>
              <a:path w="1200" h="1200">
                <a:moveTo>
                  <a:pt x="0" y="0"/>
                </a:moveTo>
                <a:lnTo>
                  <a:pt x="1200" y="0"/>
                </a:lnTo>
                <a:lnTo>
                  <a:pt x="1200" y="1200"/>
                </a:lnTo>
                <a:lnTo>
                  <a:pt x="0" y="12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95" name="" descr=""/>
          <p:cNvPicPr/>
          <p:nvPr/>
        </p:nvPicPr>
        <p:blipFill>
          <a:blip r:embed="rId53"/>
          <a:stretch/>
        </p:blipFill>
        <p:spPr>
          <a:xfrm>
            <a:off x="6485040" y="617400"/>
            <a:ext cx="430920" cy="430920"/>
          </a:xfrm>
          <a:prstGeom prst="rect">
            <a:avLst/>
          </a:prstGeom>
          <a:ln w="0">
            <a:noFill/>
          </a:ln>
        </p:spPr>
      </p:pic>
      <p:sp>
        <p:nvSpPr>
          <p:cNvPr id="396" name=""/>
          <p:cNvSpPr/>
          <p:nvPr/>
        </p:nvSpPr>
        <p:spPr>
          <a:xfrm>
            <a:off x="6916320" y="617040"/>
            <a:ext cx="431640" cy="432000"/>
          </a:xfrm>
          <a:custGeom>
            <a:avLst/>
            <a:gdLst/>
            <a:ahLst/>
            <a:rect l="0" t="0" r="r" b="b"/>
            <a:pathLst>
              <a:path w="1199" h="1200">
                <a:moveTo>
                  <a:pt x="0" y="0"/>
                </a:moveTo>
                <a:lnTo>
                  <a:pt x="1199" y="0"/>
                </a:lnTo>
                <a:lnTo>
                  <a:pt x="1199" y="1200"/>
                </a:lnTo>
                <a:lnTo>
                  <a:pt x="0" y="12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97" name="" descr=""/>
          <p:cNvPicPr/>
          <p:nvPr/>
        </p:nvPicPr>
        <p:blipFill>
          <a:blip r:embed="rId54"/>
          <a:stretch/>
        </p:blipFill>
        <p:spPr>
          <a:xfrm>
            <a:off x="6916320" y="617400"/>
            <a:ext cx="430920" cy="430920"/>
          </a:xfrm>
          <a:prstGeom prst="rect">
            <a:avLst/>
          </a:prstGeom>
          <a:ln w="0">
            <a:noFill/>
          </a:ln>
        </p:spPr>
      </p:pic>
      <p:sp>
        <p:nvSpPr>
          <p:cNvPr id="398" name=""/>
          <p:cNvSpPr/>
          <p:nvPr/>
        </p:nvSpPr>
        <p:spPr>
          <a:xfrm>
            <a:off x="8196840" y="2476800"/>
            <a:ext cx="613440" cy="613080"/>
          </a:xfrm>
          <a:custGeom>
            <a:avLst/>
            <a:gdLst/>
            <a:ahLst/>
            <a:rect l="0" t="0" r="r" b="b"/>
            <a:pathLst>
              <a:path w="1704" h="1703">
                <a:moveTo>
                  <a:pt x="330" y="0"/>
                </a:moveTo>
                <a:lnTo>
                  <a:pt x="1704" y="329"/>
                </a:lnTo>
                <a:lnTo>
                  <a:pt x="1375" y="1703"/>
                </a:lnTo>
                <a:lnTo>
                  <a:pt x="0" y="1374"/>
                </a:lnTo>
                <a:lnTo>
                  <a:pt x="33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99" name="" descr=""/>
          <p:cNvPicPr/>
          <p:nvPr/>
        </p:nvPicPr>
        <p:blipFill>
          <a:blip r:embed="rId55"/>
          <a:stretch/>
        </p:blipFill>
        <p:spPr>
          <a:xfrm rot="808800">
            <a:off x="8249400" y="252900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00" name=""/>
          <p:cNvSpPr/>
          <p:nvPr/>
        </p:nvSpPr>
        <p:spPr>
          <a:xfrm>
            <a:off x="7692120" y="2494080"/>
            <a:ext cx="508680" cy="508680"/>
          </a:xfrm>
          <a:custGeom>
            <a:avLst/>
            <a:gdLst/>
            <a:ahLst/>
            <a:rect l="0" t="0" r="r" b="b"/>
            <a:pathLst>
              <a:path w="1413" h="1413">
                <a:moveTo>
                  <a:pt x="0" y="0"/>
                </a:moveTo>
                <a:lnTo>
                  <a:pt x="1413" y="0"/>
                </a:lnTo>
                <a:lnTo>
                  <a:pt x="1413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01" name="" descr=""/>
          <p:cNvPicPr/>
          <p:nvPr/>
        </p:nvPicPr>
        <p:blipFill>
          <a:blip r:embed="rId56"/>
          <a:stretch/>
        </p:blipFill>
        <p:spPr>
          <a:xfrm>
            <a:off x="7692120" y="24940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02" name=""/>
          <p:cNvSpPr/>
          <p:nvPr/>
        </p:nvSpPr>
        <p:spPr>
          <a:xfrm>
            <a:off x="7201800" y="2494080"/>
            <a:ext cx="509040" cy="508680"/>
          </a:xfrm>
          <a:custGeom>
            <a:avLst/>
            <a:gdLst/>
            <a:ahLst/>
            <a:rect l="0" t="0" r="r" b="b"/>
            <a:pathLst>
              <a:path w="1414" h="1413">
                <a:moveTo>
                  <a:pt x="0" y="0"/>
                </a:moveTo>
                <a:lnTo>
                  <a:pt x="1414" y="0"/>
                </a:lnTo>
                <a:lnTo>
                  <a:pt x="1414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03" name="" descr=""/>
          <p:cNvPicPr/>
          <p:nvPr/>
        </p:nvPicPr>
        <p:blipFill>
          <a:blip r:embed="rId57"/>
          <a:stretch/>
        </p:blipFill>
        <p:spPr>
          <a:xfrm>
            <a:off x="7202160" y="24940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04" name=""/>
          <p:cNvSpPr/>
          <p:nvPr/>
        </p:nvSpPr>
        <p:spPr>
          <a:xfrm>
            <a:off x="7201800" y="1973880"/>
            <a:ext cx="509040" cy="508680"/>
          </a:xfrm>
          <a:custGeom>
            <a:avLst/>
            <a:gdLst/>
            <a:ahLst/>
            <a:rect l="0" t="0" r="r" b="b"/>
            <a:pathLst>
              <a:path w="1414" h="1413">
                <a:moveTo>
                  <a:pt x="0" y="0"/>
                </a:moveTo>
                <a:lnTo>
                  <a:pt x="1414" y="0"/>
                </a:lnTo>
                <a:lnTo>
                  <a:pt x="1414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05" name="" descr=""/>
          <p:cNvPicPr/>
          <p:nvPr/>
        </p:nvPicPr>
        <p:blipFill>
          <a:blip r:embed="rId58"/>
          <a:stretch/>
        </p:blipFill>
        <p:spPr>
          <a:xfrm>
            <a:off x="7202160" y="197424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06" name=""/>
          <p:cNvSpPr/>
          <p:nvPr/>
        </p:nvSpPr>
        <p:spPr>
          <a:xfrm>
            <a:off x="7692120" y="1973880"/>
            <a:ext cx="508680" cy="508680"/>
          </a:xfrm>
          <a:custGeom>
            <a:avLst/>
            <a:gdLst/>
            <a:ahLst/>
            <a:rect l="0" t="0" r="r" b="b"/>
            <a:pathLst>
              <a:path w="1413" h="1413">
                <a:moveTo>
                  <a:pt x="0" y="0"/>
                </a:moveTo>
                <a:lnTo>
                  <a:pt x="1413" y="0"/>
                </a:lnTo>
                <a:lnTo>
                  <a:pt x="1413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07" name="" descr=""/>
          <p:cNvPicPr/>
          <p:nvPr/>
        </p:nvPicPr>
        <p:blipFill>
          <a:blip r:embed="rId59"/>
          <a:stretch/>
        </p:blipFill>
        <p:spPr>
          <a:xfrm>
            <a:off x="7692120" y="197424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08" name=""/>
          <p:cNvSpPr/>
          <p:nvPr/>
        </p:nvSpPr>
        <p:spPr>
          <a:xfrm>
            <a:off x="8217720" y="1167120"/>
            <a:ext cx="509040" cy="509040"/>
          </a:xfrm>
          <a:custGeom>
            <a:avLst/>
            <a:gdLst/>
            <a:ahLst/>
            <a:rect l="0" t="0" r="r" b="b"/>
            <a:pathLst>
              <a:path w="1414" h="1414">
                <a:moveTo>
                  <a:pt x="0" y="0"/>
                </a:moveTo>
                <a:lnTo>
                  <a:pt x="1414" y="0"/>
                </a:lnTo>
                <a:lnTo>
                  <a:pt x="1414" y="1414"/>
                </a:lnTo>
                <a:lnTo>
                  <a:pt x="0" y="14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09" name="" descr=""/>
          <p:cNvPicPr/>
          <p:nvPr/>
        </p:nvPicPr>
        <p:blipFill>
          <a:blip r:embed="rId60"/>
          <a:stretch/>
        </p:blipFill>
        <p:spPr>
          <a:xfrm>
            <a:off x="8218080" y="11674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10" name=""/>
          <p:cNvSpPr/>
          <p:nvPr/>
        </p:nvSpPr>
        <p:spPr>
          <a:xfrm>
            <a:off x="7631280" y="1180440"/>
            <a:ext cx="508680" cy="508680"/>
          </a:xfrm>
          <a:custGeom>
            <a:avLst/>
            <a:gdLst/>
            <a:ahLst/>
            <a:rect l="0" t="0" r="r" b="b"/>
            <a:pathLst>
              <a:path w="1413" h="1413">
                <a:moveTo>
                  <a:pt x="0" y="0"/>
                </a:moveTo>
                <a:lnTo>
                  <a:pt x="1413" y="0"/>
                </a:lnTo>
                <a:lnTo>
                  <a:pt x="1413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11" name="" descr=""/>
          <p:cNvPicPr/>
          <p:nvPr/>
        </p:nvPicPr>
        <p:blipFill>
          <a:blip r:embed="rId61"/>
          <a:stretch/>
        </p:blipFill>
        <p:spPr>
          <a:xfrm>
            <a:off x="7631280" y="118044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12" name=""/>
          <p:cNvSpPr/>
          <p:nvPr/>
        </p:nvSpPr>
        <p:spPr>
          <a:xfrm>
            <a:off x="8164440" y="578520"/>
            <a:ext cx="508680" cy="509040"/>
          </a:xfrm>
          <a:custGeom>
            <a:avLst/>
            <a:gdLst/>
            <a:ahLst/>
            <a:rect l="0" t="0" r="r" b="b"/>
            <a:pathLst>
              <a:path w="1413" h="1414">
                <a:moveTo>
                  <a:pt x="0" y="0"/>
                </a:moveTo>
                <a:lnTo>
                  <a:pt x="1413" y="0"/>
                </a:lnTo>
                <a:lnTo>
                  <a:pt x="1413" y="1414"/>
                </a:lnTo>
                <a:lnTo>
                  <a:pt x="0" y="14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13" name="" descr=""/>
          <p:cNvPicPr/>
          <p:nvPr/>
        </p:nvPicPr>
        <p:blipFill>
          <a:blip r:embed="rId62"/>
          <a:stretch/>
        </p:blipFill>
        <p:spPr>
          <a:xfrm>
            <a:off x="8164440" y="5788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14" name=""/>
          <p:cNvSpPr/>
          <p:nvPr/>
        </p:nvSpPr>
        <p:spPr>
          <a:xfrm>
            <a:off x="7666560" y="578520"/>
            <a:ext cx="508680" cy="509040"/>
          </a:xfrm>
          <a:custGeom>
            <a:avLst/>
            <a:gdLst/>
            <a:ahLst/>
            <a:rect l="0" t="0" r="r" b="b"/>
            <a:pathLst>
              <a:path w="1413" h="1414">
                <a:moveTo>
                  <a:pt x="0" y="0"/>
                </a:moveTo>
                <a:lnTo>
                  <a:pt x="1413" y="0"/>
                </a:lnTo>
                <a:lnTo>
                  <a:pt x="1413" y="1414"/>
                </a:lnTo>
                <a:lnTo>
                  <a:pt x="0" y="14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15" name="" descr=""/>
          <p:cNvPicPr/>
          <p:nvPr/>
        </p:nvPicPr>
        <p:blipFill>
          <a:blip r:embed="rId63"/>
          <a:stretch/>
        </p:blipFill>
        <p:spPr>
          <a:xfrm>
            <a:off x="7666560" y="5788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16" name=""/>
          <p:cNvSpPr/>
          <p:nvPr/>
        </p:nvSpPr>
        <p:spPr>
          <a:xfrm>
            <a:off x="3495600" y="583200"/>
            <a:ext cx="499680" cy="499680"/>
          </a:xfrm>
          <a:custGeom>
            <a:avLst/>
            <a:gdLst/>
            <a:ahLst/>
            <a:rect l="0" t="0" r="r" b="b"/>
            <a:pathLst>
              <a:path w="1388" h="1388">
                <a:moveTo>
                  <a:pt x="0" y="0"/>
                </a:moveTo>
                <a:lnTo>
                  <a:pt x="1388" y="0"/>
                </a:lnTo>
                <a:lnTo>
                  <a:pt x="1388" y="1388"/>
                </a:lnTo>
                <a:lnTo>
                  <a:pt x="0" y="13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17" name="" descr=""/>
          <p:cNvPicPr/>
          <p:nvPr/>
        </p:nvPicPr>
        <p:blipFill>
          <a:blip r:embed="rId64"/>
          <a:stretch/>
        </p:blipFill>
        <p:spPr>
          <a:xfrm>
            <a:off x="3495600" y="58320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418" name=""/>
          <p:cNvSpPr/>
          <p:nvPr/>
        </p:nvSpPr>
        <p:spPr>
          <a:xfrm>
            <a:off x="7342560" y="4061520"/>
            <a:ext cx="432720" cy="432360"/>
          </a:xfrm>
          <a:custGeom>
            <a:avLst/>
            <a:gdLst/>
            <a:ahLst/>
            <a:rect l="0" t="0" r="r" b="b"/>
            <a:pathLst>
              <a:path w="1202" h="1201">
                <a:moveTo>
                  <a:pt x="0" y="0"/>
                </a:moveTo>
                <a:lnTo>
                  <a:pt x="1202" y="0"/>
                </a:lnTo>
                <a:lnTo>
                  <a:pt x="1202" y="1201"/>
                </a:lnTo>
                <a:lnTo>
                  <a:pt x="0" y="12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19" name="" descr=""/>
          <p:cNvPicPr/>
          <p:nvPr/>
        </p:nvPicPr>
        <p:blipFill>
          <a:blip r:embed="rId65"/>
          <a:stretch/>
        </p:blipFill>
        <p:spPr>
          <a:xfrm>
            <a:off x="7342920" y="4061520"/>
            <a:ext cx="431640" cy="431640"/>
          </a:xfrm>
          <a:prstGeom prst="rect">
            <a:avLst/>
          </a:prstGeom>
          <a:ln w="0">
            <a:noFill/>
          </a:ln>
        </p:spPr>
      </p:pic>
      <p:sp>
        <p:nvSpPr>
          <p:cNvPr id="420" name=""/>
          <p:cNvSpPr/>
          <p:nvPr/>
        </p:nvSpPr>
        <p:spPr>
          <a:xfrm>
            <a:off x="7320600" y="3408480"/>
            <a:ext cx="432360" cy="432360"/>
          </a:xfrm>
          <a:custGeom>
            <a:avLst/>
            <a:gdLst/>
            <a:ahLst/>
            <a:rect l="0" t="0" r="r" b="b"/>
            <a:pathLst>
              <a:path w="1201" h="1201">
                <a:moveTo>
                  <a:pt x="0" y="0"/>
                </a:moveTo>
                <a:lnTo>
                  <a:pt x="1201" y="0"/>
                </a:lnTo>
                <a:lnTo>
                  <a:pt x="1201" y="1201"/>
                </a:lnTo>
                <a:lnTo>
                  <a:pt x="0" y="12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21" name="" descr=""/>
          <p:cNvPicPr/>
          <p:nvPr/>
        </p:nvPicPr>
        <p:blipFill>
          <a:blip r:embed="rId66"/>
          <a:stretch/>
        </p:blipFill>
        <p:spPr>
          <a:xfrm>
            <a:off x="7320600" y="3408480"/>
            <a:ext cx="431640" cy="431640"/>
          </a:xfrm>
          <a:prstGeom prst="rect">
            <a:avLst/>
          </a:prstGeom>
          <a:ln w="0">
            <a:noFill/>
          </a:ln>
        </p:spPr>
      </p:pic>
      <p:sp>
        <p:nvSpPr>
          <p:cNvPr id="422" name=""/>
          <p:cNvSpPr/>
          <p:nvPr/>
        </p:nvSpPr>
        <p:spPr>
          <a:xfrm>
            <a:off x="8192880" y="1973880"/>
            <a:ext cx="509040" cy="508680"/>
          </a:xfrm>
          <a:custGeom>
            <a:avLst/>
            <a:gdLst/>
            <a:ahLst/>
            <a:rect l="0" t="0" r="r" b="b"/>
            <a:pathLst>
              <a:path w="1414" h="1413">
                <a:moveTo>
                  <a:pt x="0" y="0"/>
                </a:moveTo>
                <a:lnTo>
                  <a:pt x="1414" y="0"/>
                </a:lnTo>
                <a:lnTo>
                  <a:pt x="1414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23" name="" descr=""/>
          <p:cNvPicPr/>
          <p:nvPr/>
        </p:nvPicPr>
        <p:blipFill>
          <a:blip r:embed="rId67"/>
          <a:stretch/>
        </p:blipFill>
        <p:spPr>
          <a:xfrm>
            <a:off x="8193240" y="197424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424" name=""/>
          <p:cNvSpPr/>
          <p:nvPr/>
        </p:nvSpPr>
        <p:spPr>
          <a:xfrm>
            <a:off x="2337480" y="2058120"/>
            <a:ext cx="443880" cy="443880"/>
          </a:xfrm>
          <a:custGeom>
            <a:avLst/>
            <a:gdLst/>
            <a:ahLst/>
            <a:rect l="0" t="0" r="r" b="b"/>
            <a:pathLst>
              <a:path w="1233" h="1233">
                <a:moveTo>
                  <a:pt x="0" y="0"/>
                </a:moveTo>
                <a:lnTo>
                  <a:pt x="1233" y="0"/>
                </a:lnTo>
                <a:lnTo>
                  <a:pt x="1233" y="1233"/>
                </a:lnTo>
                <a:lnTo>
                  <a:pt x="0" y="123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25" name="" descr=""/>
          <p:cNvPicPr/>
          <p:nvPr/>
        </p:nvPicPr>
        <p:blipFill>
          <a:blip r:embed="rId68"/>
          <a:stretch/>
        </p:blipFill>
        <p:spPr>
          <a:xfrm>
            <a:off x="2337840" y="2058480"/>
            <a:ext cx="442800" cy="442800"/>
          </a:xfrm>
          <a:prstGeom prst="rect">
            <a:avLst/>
          </a:prstGeom>
          <a:ln w="0">
            <a:noFill/>
          </a:ln>
        </p:spPr>
      </p:pic>
      <p:sp>
        <p:nvSpPr>
          <p:cNvPr id="426" name=""/>
          <p:cNvSpPr/>
          <p:nvPr/>
        </p:nvSpPr>
        <p:spPr>
          <a:xfrm>
            <a:off x="2774880" y="1388520"/>
            <a:ext cx="500040" cy="499680"/>
          </a:xfrm>
          <a:custGeom>
            <a:avLst/>
            <a:gdLst/>
            <a:ahLst/>
            <a:rect l="0" t="0" r="r" b="b"/>
            <a:pathLst>
              <a:path w="1389" h="1388">
                <a:moveTo>
                  <a:pt x="0" y="0"/>
                </a:moveTo>
                <a:lnTo>
                  <a:pt x="1389" y="0"/>
                </a:lnTo>
                <a:lnTo>
                  <a:pt x="1389" y="1388"/>
                </a:lnTo>
                <a:lnTo>
                  <a:pt x="0" y="13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27" name="" descr=""/>
          <p:cNvPicPr/>
          <p:nvPr/>
        </p:nvPicPr>
        <p:blipFill>
          <a:blip r:embed="rId69"/>
          <a:stretch/>
        </p:blipFill>
        <p:spPr>
          <a:xfrm>
            <a:off x="2775240" y="138852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428" name=""/>
          <p:cNvSpPr/>
          <p:nvPr/>
        </p:nvSpPr>
        <p:spPr>
          <a:xfrm>
            <a:off x="5056200" y="4700520"/>
            <a:ext cx="306360" cy="306720"/>
          </a:xfrm>
          <a:custGeom>
            <a:avLst/>
            <a:gdLst/>
            <a:ahLst/>
            <a:rect l="0" t="0" r="r" b="b"/>
            <a:pathLst>
              <a:path w="851" h="852">
                <a:moveTo>
                  <a:pt x="0" y="0"/>
                </a:moveTo>
                <a:lnTo>
                  <a:pt x="851" y="0"/>
                </a:lnTo>
                <a:lnTo>
                  <a:pt x="851" y="852"/>
                </a:lnTo>
                <a:lnTo>
                  <a:pt x="0" y="8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29" name="" descr=""/>
          <p:cNvPicPr/>
          <p:nvPr/>
        </p:nvPicPr>
        <p:blipFill>
          <a:blip r:embed="rId70"/>
          <a:stretch/>
        </p:blipFill>
        <p:spPr>
          <a:xfrm>
            <a:off x="5056200" y="4700520"/>
            <a:ext cx="306000" cy="306000"/>
          </a:xfrm>
          <a:prstGeom prst="rect">
            <a:avLst/>
          </a:prstGeom>
          <a:ln w="0">
            <a:noFill/>
          </a:ln>
        </p:spPr>
      </p:pic>
      <p:sp>
        <p:nvSpPr>
          <p:cNvPr id="430" name=""/>
          <p:cNvSpPr/>
          <p:nvPr/>
        </p:nvSpPr>
        <p:spPr>
          <a:xfrm>
            <a:off x="5476320" y="4711680"/>
            <a:ext cx="306720" cy="306720"/>
          </a:xfrm>
          <a:custGeom>
            <a:avLst/>
            <a:gdLst/>
            <a:ahLst/>
            <a:rect l="0" t="0" r="r" b="b"/>
            <a:pathLst>
              <a:path w="852" h="852">
                <a:moveTo>
                  <a:pt x="0" y="0"/>
                </a:moveTo>
                <a:lnTo>
                  <a:pt x="852" y="0"/>
                </a:lnTo>
                <a:lnTo>
                  <a:pt x="852" y="852"/>
                </a:lnTo>
                <a:lnTo>
                  <a:pt x="0" y="8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31" name="" descr=""/>
          <p:cNvPicPr/>
          <p:nvPr/>
        </p:nvPicPr>
        <p:blipFill>
          <a:blip r:embed="rId71"/>
          <a:stretch/>
        </p:blipFill>
        <p:spPr>
          <a:xfrm>
            <a:off x="5476680" y="4712040"/>
            <a:ext cx="306000" cy="306000"/>
          </a:xfrm>
          <a:prstGeom prst="rect">
            <a:avLst/>
          </a:prstGeom>
          <a:ln w="0">
            <a:noFill/>
          </a:ln>
        </p:spPr>
      </p:pic>
      <p:sp>
        <p:nvSpPr>
          <p:cNvPr id="432" name=""/>
          <p:cNvSpPr/>
          <p:nvPr/>
        </p:nvSpPr>
        <p:spPr>
          <a:xfrm>
            <a:off x="2691720" y="2761200"/>
            <a:ext cx="438120" cy="438120"/>
          </a:xfrm>
          <a:custGeom>
            <a:avLst/>
            <a:gdLst/>
            <a:ahLst/>
            <a:rect l="0" t="0" r="r" b="b"/>
            <a:pathLst>
              <a:path w="1217" h="1217">
                <a:moveTo>
                  <a:pt x="0" y="0"/>
                </a:moveTo>
                <a:lnTo>
                  <a:pt x="1217" y="0"/>
                </a:lnTo>
                <a:lnTo>
                  <a:pt x="1217" y="1217"/>
                </a:lnTo>
                <a:lnTo>
                  <a:pt x="0" y="121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33" name="" descr=""/>
          <p:cNvPicPr/>
          <p:nvPr/>
        </p:nvPicPr>
        <p:blipFill>
          <a:blip r:embed="rId72"/>
          <a:stretch/>
        </p:blipFill>
        <p:spPr>
          <a:xfrm>
            <a:off x="2691720" y="2761560"/>
            <a:ext cx="437400" cy="43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3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36" name=""/>
          <p:cNvSpPr/>
          <p:nvPr/>
        </p:nvSpPr>
        <p:spPr>
          <a:xfrm>
            <a:off x="5385960" y="197280"/>
            <a:ext cx="3467520" cy="2147760"/>
          </a:xfrm>
          <a:custGeom>
            <a:avLst/>
            <a:gdLst/>
            <a:ahLst/>
            <a:rect l="0" t="0" r="r" b="b"/>
            <a:pathLst>
              <a:path w="9632" h="5966">
                <a:moveTo>
                  <a:pt x="0" y="994"/>
                </a:moveTo>
                <a:cubicBezTo>
                  <a:pt x="0" y="445"/>
                  <a:pt x="445" y="0"/>
                  <a:pt x="994" y="0"/>
                </a:cubicBezTo>
                <a:lnTo>
                  <a:pt x="8637" y="0"/>
                </a:lnTo>
                <a:cubicBezTo>
                  <a:pt x="8901" y="0"/>
                  <a:pt x="9155" y="104"/>
                  <a:pt x="9341" y="291"/>
                </a:cubicBezTo>
                <a:cubicBezTo>
                  <a:pt x="9527" y="477"/>
                  <a:pt x="9632" y="730"/>
                  <a:pt x="9632" y="994"/>
                </a:cubicBezTo>
                <a:lnTo>
                  <a:pt x="9632" y="4971"/>
                </a:lnTo>
                <a:cubicBezTo>
                  <a:pt x="9632" y="5520"/>
                  <a:pt x="9187" y="5966"/>
                  <a:pt x="8637" y="5966"/>
                </a:cubicBezTo>
                <a:lnTo>
                  <a:pt x="994" y="5966"/>
                </a:lnTo>
                <a:cubicBezTo>
                  <a:pt x="445" y="5966"/>
                  <a:pt x="0" y="5520"/>
                  <a:pt x="0" y="4971"/>
                </a:cubicBezTo>
                <a:lnTo>
                  <a:pt x="0" y="994"/>
                </a:lnTo>
                <a:close/>
              </a:path>
            </a:pathLst>
          </a:custGeom>
          <a:solidFill>
            <a:srgbClr val="9857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066320" y="489960"/>
            <a:ext cx="1068840" cy="918720"/>
          </a:xfrm>
          <a:custGeom>
            <a:avLst/>
            <a:gdLst/>
            <a:ahLst/>
            <a:rect l="0" t="0" r="r" b="b"/>
            <a:pathLst>
              <a:path w="2969" h="2552">
                <a:moveTo>
                  <a:pt x="0" y="0"/>
                </a:moveTo>
                <a:lnTo>
                  <a:pt x="2969" y="0"/>
                </a:lnTo>
                <a:lnTo>
                  <a:pt x="2969" y="2552"/>
                </a:lnTo>
                <a:lnTo>
                  <a:pt x="0" y="25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38" name="" descr=""/>
          <p:cNvPicPr/>
          <p:nvPr/>
        </p:nvPicPr>
        <p:blipFill>
          <a:blip r:embed="rId2"/>
          <a:stretch/>
        </p:blipFill>
        <p:spPr>
          <a:xfrm>
            <a:off x="1066680" y="489960"/>
            <a:ext cx="1067760" cy="918000"/>
          </a:xfrm>
          <a:prstGeom prst="rect">
            <a:avLst/>
          </a:prstGeom>
          <a:ln w="0">
            <a:noFill/>
          </a:ln>
        </p:spPr>
      </p:pic>
      <p:sp>
        <p:nvSpPr>
          <p:cNvPr id="439" name=""/>
          <p:cNvSpPr/>
          <p:nvPr/>
        </p:nvSpPr>
        <p:spPr>
          <a:xfrm>
            <a:off x="2134440" y="489960"/>
            <a:ext cx="1022040" cy="918720"/>
          </a:xfrm>
          <a:custGeom>
            <a:avLst/>
            <a:gdLst/>
            <a:ahLst/>
            <a:rect l="0" t="0" r="r" b="b"/>
            <a:pathLst>
              <a:path w="2839" h="2552">
                <a:moveTo>
                  <a:pt x="0" y="0"/>
                </a:moveTo>
                <a:lnTo>
                  <a:pt x="2839" y="0"/>
                </a:lnTo>
                <a:lnTo>
                  <a:pt x="2839" y="2552"/>
                </a:lnTo>
                <a:lnTo>
                  <a:pt x="0" y="25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40" name="" descr=""/>
          <p:cNvPicPr/>
          <p:nvPr/>
        </p:nvPicPr>
        <p:blipFill>
          <a:blip r:embed="rId3"/>
          <a:stretch/>
        </p:blipFill>
        <p:spPr>
          <a:xfrm>
            <a:off x="2134800" y="489960"/>
            <a:ext cx="1020960" cy="918000"/>
          </a:xfrm>
          <a:prstGeom prst="rect">
            <a:avLst/>
          </a:prstGeom>
          <a:ln w="0">
            <a:noFill/>
          </a:ln>
        </p:spPr>
      </p:pic>
      <p:sp>
        <p:nvSpPr>
          <p:cNvPr id="441" name=""/>
          <p:cNvSpPr/>
          <p:nvPr/>
        </p:nvSpPr>
        <p:spPr>
          <a:xfrm>
            <a:off x="1129680" y="1479600"/>
            <a:ext cx="942120" cy="847080"/>
          </a:xfrm>
          <a:custGeom>
            <a:avLst/>
            <a:gdLst/>
            <a:ahLst/>
            <a:rect l="0" t="0" r="r" b="b"/>
            <a:pathLst>
              <a:path w="2617" h="2353">
                <a:moveTo>
                  <a:pt x="0" y="0"/>
                </a:moveTo>
                <a:lnTo>
                  <a:pt x="2617" y="0"/>
                </a:lnTo>
                <a:lnTo>
                  <a:pt x="2617" y="2353"/>
                </a:lnTo>
                <a:lnTo>
                  <a:pt x="0" y="23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42" name="" descr=""/>
          <p:cNvPicPr/>
          <p:nvPr/>
        </p:nvPicPr>
        <p:blipFill>
          <a:blip r:embed="rId4"/>
          <a:stretch/>
        </p:blipFill>
        <p:spPr>
          <a:xfrm>
            <a:off x="1129680" y="1479960"/>
            <a:ext cx="941400" cy="846360"/>
          </a:xfrm>
          <a:prstGeom prst="rect">
            <a:avLst/>
          </a:prstGeom>
          <a:ln w="0">
            <a:noFill/>
          </a:ln>
        </p:spPr>
      </p:pic>
      <p:sp>
        <p:nvSpPr>
          <p:cNvPr id="443" name=""/>
          <p:cNvSpPr/>
          <p:nvPr/>
        </p:nvSpPr>
        <p:spPr>
          <a:xfrm>
            <a:off x="2134440" y="1407960"/>
            <a:ext cx="1022040" cy="918720"/>
          </a:xfrm>
          <a:custGeom>
            <a:avLst/>
            <a:gdLst/>
            <a:ahLst/>
            <a:rect l="0" t="0" r="r" b="b"/>
            <a:pathLst>
              <a:path w="2839" h="2552">
                <a:moveTo>
                  <a:pt x="0" y="0"/>
                </a:moveTo>
                <a:lnTo>
                  <a:pt x="2839" y="0"/>
                </a:lnTo>
                <a:lnTo>
                  <a:pt x="2839" y="2552"/>
                </a:lnTo>
                <a:lnTo>
                  <a:pt x="0" y="25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44" name="" descr=""/>
          <p:cNvPicPr/>
          <p:nvPr/>
        </p:nvPicPr>
        <p:blipFill>
          <a:blip r:embed="rId5"/>
          <a:stretch/>
        </p:blipFill>
        <p:spPr>
          <a:xfrm>
            <a:off x="2134800" y="1408320"/>
            <a:ext cx="1020960" cy="918000"/>
          </a:xfrm>
          <a:prstGeom prst="rect">
            <a:avLst/>
          </a:prstGeom>
          <a:ln w="0">
            <a:noFill/>
          </a:ln>
        </p:spPr>
      </p:pic>
      <p:sp>
        <p:nvSpPr>
          <p:cNvPr id="445" name=""/>
          <p:cNvSpPr/>
          <p:nvPr/>
        </p:nvSpPr>
        <p:spPr>
          <a:xfrm>
            <a:off x="6894360" y="1216080"/>
            <a:ext cx="1812960" cy="627840"/>
          </a:xfrm>
          <a:custGeom>
            <a:avLst/>
            <a:gdLst/>
            <a:ahLst/>
            <a:rect l="0" t="0" r="r" b="b"/>
            <a:pathLst>
              <a:path w="5036" h="1744">
                <a:moveTo>
                  <a:pt x="0" y="0"/>
                </a:moveTo>
                <a:lnTo>
                  <a:pt x="5036" y="0"/>
                </a:lnTo>
                <a:lnTo>
                  <a:pt x="5036" y="1744"/>
                </a:lnTo>
                <a:lnTo>
                  <a:pt x="0" y="174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46" name="" descr=""/>
          <p:cNvPicPr/>
          <p:nvPr/>
        </p:nvPicPr>
        <p:blipFill>
          <a:blip r:embed="rId6"/>
          <a:stretch/>
        </p:blipFill>
        <p:spPr>
          <a:xfrm>
            <a:off x="6894360" y="1216080"/>
            <a:ext cx="1812240" cy="627120"/>
          </a:xfrm>
          <a:prstGeom prst="rect">
            <a:avLst/>
          </a:prstGeom>
          <a:ln w="0">
            <a:noFill/>
          </a:ln>
        </p:spPr>
      </p:pic>
      <p:sp>
        <p:nvSpPr>
          <p:cNvPr id="447" name=""/>
          <p:cNvSpPr/>
          <p:nvPr/>
        </p:nvSpPr>
        <p:spPr>
          <a:xfrm>
            <a:off x="6807600" y="489960"/>
            <a:ext cx="1812960" cy="627840"/>
          </a:xfrm>
          <a:custGeom>
            <a:avLst/>
            <a:gdLst/>
            <a:ahLst/>
            <a:rect l="0" t="0" r="r" b="b"/>
            <a:pathLst>
              <a:path w="5036" h="1744">
                <a:moveTo>
                  <a:pt x="0" y="0"/>
                </a:moveTo>
                <a:lnTo>
                  <a:pt x="5036" y="0"/>
                </a:lnTo>
                <a:lnTo>
                  <a:pt x="5036" y="1744"/>
                </a:lnTo>
                <a:lnTo>
                  <a:pt x="0" y="174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48" name="" descr=""/>
          <p:cNvPicPr/>
          <p:nvPr/>
        </p:nvPicPr>
        <p:blipFill>
          <a:blip r:embed="rId7"/>
          <a:stretch/>
        </p:blipFill>
        <p:spPr>
          <a:xfrm>
            <a:off x="6807600" y="489960"/>
            <a:ext cx="1812240" cy="627120"/>
          </a:xfrm>
          <a:prstGeom prst="rect">
            <a:avLst/>
          </a:prstGeom>
          <a:ln w="0">
            <a:noFill/>
          </a:ln>
        </p:spPr>
      </p:pic>
      <p:sp>
        <p:nvSpPr>
          <p:cNvPr id="449" name=""/>
          <p:cNvSpPr/>
          <p:nvPr/>
        </p:nvSpPr>
        <p:spPr>
          <a:xfrm>
            <a:off x="5710320" y="531360"/>
            <a:ext cx="942480" cy="1202040"/>
          </a:xfrm>
          <a:custGeom>
            <a:avLst/>
            <a:gdLst/>
            <a:ahLst/>
            <a:rect l="0" t="0" r="r" b="b"/>
            <a:pathLst>
              <a:path w="2618" h="3339">
                <a:moveTo>
                  <a:pt x="0" y="0"/>
                </a:moveTo>
                <a:lnTo>
                  <a:pt x="2618" y="0"/>
                </a:lnTo>
                <a:lnTo>
                  <a:pt x="2618" y="3339"/>
                </a:lnTo>
                <a:lnTo>
                  <a:pt x="0" y="33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50" name="" descr=""/>
          <p:cNvPicPr/>
          <p:nvPr/>
        </p:nvPicPr>
        <p:blipFill>
          <a:blip r:embed="rId8"/>
          <a:stretch/>
        </p:blipFill>
        <p:spPr>
          <a:xfrm>
            <a:off x="5710680" y="531360"/>
            <a:ext cx="941400" cy="1201320"/>
          </a:xfrm>
          <a:prstGeom prst="rect">
            <a:avLst/>
          </a:prstGeom>
          <a:ln w="0">
            <a:noFill/>
          </a:ln>
        </p:spPr>
      </p:pic>
      <p:sp>
        <p:nvSpPr>
          <p:cNvPr id="451" name=""/>
          <p:cNvSpPr/>
          <p:nvPr/>
        </p:nvSpPr>
        <p:spPr>
          <a:xfrm>
            <a:off x="983160" y="3271320"/>
            <a:ext cx="649440" cy="1034640"/>
          </a:xfrm>
          <a:custGeom>
            <a:avLst/>
            <a:gdLst/>
            <a:ahLst/>
            <a:rect l="0" t="0" r="r" b="b"/>
            <a:pathLst>
              <a:path w="1804" h="2874">
                <a:moveTo>
                  <a:pt x="0" y="0"/>
                </a:moveTo>
                <a:lnTo>
                  <a:pt x="1804" y="0"/>
                </a:lnTo>
                <a:lnTo>
                  <a:pt x="1804" y="2874"/>
                </a:lnTo>
                <a:lnTo>
                  <a:pt x="0" y="28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52" name="" descr=""/>
          <p:cNvPicPr/>
          <p:nvPr/>
        </p:nvPicPr>
        <p:blipFill>
          <a:blip r:embed="rId9"/>
          <a:stretch/>
        </p:blipFill>
        <p:spPr>
          <a:xfrm>
            <a:off x="983520" y="3271320"/>
            <a:ext cx="648360" cy="1033920"/>
          </a:xfrm>
          <a:prstGeom prst="rect">
            <a:avLst/>
          </a:prstGeom>
          <a:ln w="0">
            <a:noFill/>
          </a:ln>
        </p:spPr>
      </p:pic>
      <p:pic>
        <p:nvPicPr>
          <p:cNvPr id="453" name="" descr=""/>
          <p:cNvPicPr/>
          <p:nvPr/>
        </p:nvPicPr>
        <p:blipFill>
          <a:blip r:embed="rId10"/>
          <a:stretch/>
        </p:blipFill>
        <p:spPr>
          <a:xfrm>
            <a:off x="4550400" y="2741400"/>
            <a:ext cx="2111400" cy="1009080"/>
          </a:xfrm>
          <a:prstGeom prst="rect">
            <a:avLst/>
          </a:prstGeom>
          <a:ln w="0">
            <a:noFill/>
          </a:ln>
        </p:spPr>
      </p:pic>
      <p:sp>
        <p:nvSpPr>
          <p:cNvPr id="454" name=""/>
          <p:cNvSpPr/>
          <p:nvPr/>
        </p:nvSpPr>
        <p:spPr>
          <a:xfrm>
            <a:off x="4667040" y="2836800"/>
            <a:ext cx="1883520" cy="781200"/>
          </a:xfrm>
          <a:custGeom>
            <a:avLst/>
            <a:gdLst/>
            <a:ahLst/>
            <a:rect l="0" t="0" r="r" b="b"/>
            <a:pathLst>
              <a:path w="5232" h="2170">
                <a:moveTo>
                  <a:pt x="0" y="0"/>
                </a:moveTo>
                <a:lnTo>
                  <a:pt x="5232" y="0"/>
                </a:lnTo>
                <a:lnTo>
                  <a:pt x="5232" y="2170"/>
                </a:lnTo>
                <a:lnTo>
                  <a:pt x="0" y="217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11"/>
          <a:stretch/>
        </p:blipFill>
        <p:spPr>
          <a:xfrm>
            <a:off x="4667040" y="2836800"/>
            <a:ext cx="1882800" cy="780480"/>
          </a:xfrm>
          <a:prstGeom prst="rect">
            <a:avLst/>
          </a:prstGeom>
          <a:ln w="0">
            <a:noFill/>
          </a:ln>
        </p:spPr>
      </p:pic>
      <p:pic>
        <p:nvPicPr>
          <p:cNvPr id="456" name="" descr=""/>
          <p:cNvPicPr/>
          <p:nvPr/>
        </p:nvPicPr>
        <p:blipFill>
          <a:blip r:embed="rId12"/>
          <a:stretch/>
        </p:blipFill>
        <p:spPr>
          <a:xfrm>
            <a:off x="4475160" y="3685680"/>
            <a:ext cx="2176560" cy="993960"/>
          </a:xfrm>
          <a:prstGeom prst="rect">
            <a:avLst/>
          </a:prstGeom>
          <a:ln w="0">
            <a:noFill/>
          </a:ln>
        </p:spPr>
      </p:pic>
      <p:sp>
        <p:nvSpPr>
          <p:cNvPr id="457" name=""/>
          <p:cNvSpPr/>
          <p:nvPr/>
        </p:nvSpPr>
        <p:spPr>
          <a:xfrm>
            <a:off x="4591800" y="3781080"/>
            <a:ext cx="1948680" cy="766080"/>
          </a:xfrm>
          <a:custGeom>
            <a:avLst/>
            <a:gdLst/>
            <a:ahLst/>
            <a:rect l="0" t="0" r="r" b="b"/>
            <a:pathLst>
              <a:path w="5413" h="2128">
                <a:moveTo>
                  <a:pt x="0" y="0"/>
                </a:moveTo>
                <a:lnTo>
                  <a:pt x="5413" y="0"/>
                </a:lnTo>
                <a:lnTo>
                  <a:pt x="5413" y="2128"/>
                </a:lnTo>
                <a:lnTo>
                  <a:pt x="0" y="212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58" name="" descr=""/>
          <p:cNvPicPr/>
          <p:nvPr/>
        </p:nvPicPr>
        <p:blipFill>
          <a:blip r:embed="rId13"/>
          <a:stretch/>
        </p:blipFill>
        <p:spPr>
          <a:xfrm>
            <a:off x="4592160" y="3781440"/>
            <a:ext cx="1947960" cy="765360"/>
          </a:xfrm>
          <a:prstGeom prst="rect">
            <a:avLst/>
          </a:prstGeom>
          <a:ln w="0">
            <a:noFill/>
          </a:ln>
        </p:spPr>
      </p:pic>
      <p:pic>
        <p:nvPicPr>
          <p:cNvPr id="459" name="" descr=""/>
          <p:cNvPicPr/>
          <p:nvPr/>
        </p:nvPicPr>
        <p:blipFill>
          <a:blip r:embed="rId14"/>
          <a:stretch/>
        </p:blipFill>
        <p:spPr>
          <a:xfrm>
            <a:off x="6709680" y="3699360"/>
            <a:ext cx="2176560" cy="993960"/>
          </a:xfrm>
          <a:prstGeom prst="rect">
            <a:avLst/>
          </a:prstGeom>
          <a:ln w="0">
            <a:noFill/>
          </a:ln>
        </p:spPr>
      </p:pic>
      <p:sp>
        <p:nvSpPr>
          <p:cNvPr id="460" name=""/>
          <p:cNvSpPr/>
          <p:nvPr/>
        </p:nvSpPr>
        <p:spPr>
          <a:xfrm>
            <a:off x="6826680" y="3794400"/>
            <a:ext cx="1948320" cy="766440"/>
          </a:xfrm>
          <a:custGeom>
            <a:avLst/>
            <a:gdLst/>
            <a:ahLst/>
            <a:rect l="0" t="0" r="r" b="b"/>
            <a:pathLst>
              <a:path w="5412" h="2129">
                <a:moveTo>
                  <a:pt x="0" y="0"/>
                </a:moveTo>
                <a:lnTo>
                  <a:pt x="5412" y="0"/>
                </a:lnTo>
                <a:lnTo>
                  <a:pt x="5412" y="2129"/>
                </a:lnTo>
                <a:lnTo>
                  <a:pt x="0" y="212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61" name="" descr=""/>
          <p:cNvPicPr/>
          <p:nvPr/>
        </p:nvPicPr>
        <p:blipFill>
          <a:blip r:embed="rId15"/>
          <a:stretch/>
        </p:blipFill>
        <p:spPr>
          <a:xfrm>
            <a:off x="6826680" y="3794760"/>
            <a:ext cx="1947960" cy="765360"/>
          </a:xfrm>
          <a:prstGeom prst="rect">
            <a:avLst/>
          </a:prstGeom>
          <a:ln w="0">
            <a:noFill/>
          </a:ln>
        </p:spPr>
      </p:pic>
      <p:pic>
        <p:nvPicPr>
          <p:cNvPr id="462" name="" descr=""/>
          <p:cNvPicPr/>
          <p:nvPr/>
        </p:nvPicPr>
        <p:blipFill>
          <a:blip r:embed="rId16"/>
          <a:stretch/>
        </p:blipFill>
        <p:spPr>
          <a:xfrm>
            <a:off x="6788160" y="2741400"/>
            <a:ext cx="2176560" cy="1036080"/>
          </a:xfrm>
          <a:prstGeom prst="rect">
            <a:avLst/>
          </a:prstGeom>
          <a:ln w="0">
            <a:noFill/>
          </a:ln>
        </p:spPr>
      </p:pic>
      <p:sp>
        <p:nvSpPr>
          <p:cNvPr id="463" name=""/>
          <p:cNvSpPr/>
          <p:nvPr/>
        </p:nvSpPr>
        <p:spPr>
          <a:xfrm>
            <a:off x="6905160" y="2836800"/>
            <a:ext cx="1948320" cy="808200"/>
          </a:xfrm>
          <a:custGeom>
            <a:avLst/>
            <a:gdLst/>
            <a:ahLst/>
            <a:rect l="0" t="0" r="r" b="b"/>
            <a:pathLst>
              <a:path w="5412" h="2245">
                <a:moveTo>
                  <a:pt x="0" y="0"/>
                </a:moveTo>
                <a:lnTo>
                  <a:pt x="5412" y="0"/>
                </a:lnTo>
                <a:lnTo>
                  <a:pt x="5412" y="2245"/>
                </a:lnTo>
                <a:lnTo>
                  <a:pt x="0" y="22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64" name="" descr=""/>
          <p:cNvPicPr/>
          <p:nvPr/>
        </p:nvPicPr>
        <p:blipFill>
          <a:blip r:embed="rId17"/>
          <a:stretch/>
        </p:blipFill>
        <p:spPr>
          <a:xfrm>
            <a:off x="6905160" y="2836800"/>
            <a:ext cx="1947960" cy="807480"/>
          </a:xfrm>
          <a:prstGeom prst="rect">
            <a:avLst/>
          </a:prstGeom>
          <a:ln w="0">
            <a:noFill/>
          </a:ln>
        </p:spPr>
      </p:pic>
      <p:sp>
        <p:nvSpPr>
          <p:cNvPr id="465" name=""/>
          <p:cNvSpPr/>
          <p:nvPr/>
        </p:nvSpPr>
        <p:spPr>
          <a:xfrm>
            <a:off x="1953360" y="3328200"/>
            <a:ext cx="929520" cy="920520"/>
          </a:xfrm>
          <a:custGeom>
            <a:avLst/>
            <a:gdLst/>
            <a:ahLst/>
            <a:rect l="0" t="0" r="r" b="b"/>
            <a:pathLst>
              <a:path w="2582" h="2557">
                <a:moveTo>
                  <a:pt x="0" y="0"/>
                </a:moveTo>
                <a:lnTo>
                  <a:pt x="2582" y="0"/>
                </a:lnTo>
                <a:lnTo>
                  <a:pt x="2582" y="2557"/>
                </a:lnTo>
                <a:lnTo>
                  <a:pt x="0" y="255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66" name="" descr=""/>
          <p:cNvPicPr/>
          <p:nvPr/>
        </p:nvPicPr>
        <p:blipFill>
          <a:blip r:embed="rId18"/>
          <a:stretch/>
        </p:blipFill>
        <p:spPr>
          <a:xfrm>
            <a:off x="1953360" y="3328560"/>
            <a:ext cx="928800" cy="919800"/>
          </a:xfrm>
          <a:prstGeom prst="rect">
            <a:avLst/>
          </a:prstGeom>
          <a:ln w="0">
            <a:noFill/>
          </a:ln>
        </p:spPr>
      </p:pic>
      <p:sp>
        <p:nvSpPr>
          <p:cNvPr id="467" name=""/>
          <p:cNvSpPr/>
          <p:nvPr/>
        </p:nvSpPr>
        <p:spPr>
          <a:xfrm>
            <a:off x="3041280" y="3365280"/>
            <a:ext cx="770760" cy="846360"/>
          </a:xfrm>
          <a:custGeom>
            <a:avLst/>
            <a:gdLst/>
            <a:ahLst/>
            <a:rect l="0" t="0" r="r" b="b"/>
            <a:pathLst>
              <a:path w="2141" h="2351">
                <a:moveTo>
                  <a:pt x="0" y="0"/>
                </a:moveTo>
                <a:lnTo>
                  <a:pt x="2141" y="0"/>
                </a:lnTo>
                <a:lnTo>
                  <a:pt x="2141" y="2351"/>
                </a:lnTo>
                <a:lnTo>
                  <a:pt x="0" y="235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68" name="" descr=""/>
          <p:cNvPicPr/>
          <p:nvPr/>
        </p:nvPicPr>
        <p:blipFill>
          <a:blip r:embed="rId19"/>
          <a:stretch/>
        </p:blipFill>
        <p:spPr>
          <a:xfrm>
            <a:off x="3041640" y="3365640"/>
            <a:ext cx="769680" cy="84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7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71" name=""/>
          <p:cNvSpPr/>
          <p:nvPr/>
        </p:nvSpPr>
        <p:spPr>
          <a:xfrm>
            <a:off x="651240" y="396360"/>
            <a:ext cx="7706520" cy="4091040"/>
          </a:xfrm>
          <a:custGeom>
            <a:avLst/>
            <a:gdLst/>
            <a:ahLst/>
            <a:rect l="0" t="0" r="r" b="b"/>
            <a:pathLst>
              <a:path w="21407" h="11364">
                <a:moveTo>
                  <a:pt x="0" y="0"/>
                </a:moveTo>
                <a:lnTo>
                  <a:pt x="21407" y="0"/>
                </a:lnTo>
                <a:lnTo>
                  <a:pt x="21407" y="11364"/>
                </a:lnTo>
                <a:lnTo>
                  <a:pt x="0" y="1136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737280" y="1326600"/>
            <a:ext cx="7067520" cy="794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600" spc="-1" strike="noStrike">
                <a:solidFill>
                  <a:srgbClr val="000000"/>
                </a:solidFill>
                <a:latin typeface="Roboto"/>
                <a:ea typeface="Roboto"/>
              </a:rPr>
              <a:t>Шаблоны, которые вы </a:t>
            </a:r>
            <a:endParaRPr b="0" lang="en-US" sz="4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737280" y="2027520"/>
            <a:ext cx="8224200" cy="794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600" spc="-1" strike="noStrike">
                <a:solidFill>
                  <a:srgbClr val="000000"/>
                </a:solidFill>
                <a:latin typeface="Roboto"/>
                <a:ea typeface="Roboto"/>
              </a:rPr>
              <a:t>можете использовать для </a:t>
            </a:r>
            <a:endParaRPr b="0" lang="en-US" sz="4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7913880" y="430200"/>
            <a:ext cx="939600" cy="939600"/>
          </a:xfrm>
          <a:custGeom>
            <a:avLst/>
            <a:gdLst/>
            <a:ahLst/>
            <a:rect l="0" t="0" r="r" b="b"/>
            <a:pathLst>
              <a:path w="2610" h="2610">
                <a:moveTo>
                  <a:pt x="0" y="0"/>
                </a:moveTo>
                <a:lnTo>
                  <a:pt x="2610" y="0"/>
                </a:lnTo>
                <a:lnTo>
                  <a:pt x="2610" y="2610"/>
                </a:lnTo>
                <a:lnTo>
                  <a:pt x="0" y="261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75" name="" descr=""/>
          <p:cNvPicPr/>
          <p:nvPr/>
        </p:nvPicPr>
        <p:blipFill>
          <a:blip r:embed="rId2"/>
          <a:stretch/>
        </p:blipFill>
        <p:spPr>
          <a:xfrm>
            <a:off x="7914240" y="430200"/>
            <a:ext cx="938880" cy="938880"/>
          </a:xfrm>
          <a:prstGeom prst="rect">
            <a:avLst/>
          </a:prstGeom>
          <a:ln w="0">
            <a:noFill/>
          </a:ln>
        </p:spPr>
      </p:pic>
      <p:sp>
        <p:nvSpPr>
          <p:cNvPr id="476" name=""/>
          <p:cNvSpPr txBox="1"/>
          <p:nvPr/>
        </p:nvSpPr>
        <p:spPr>
          <a:xfrm>
            <a:off x="737280" y="2728800"/>
            <a:ext cx="7879680" cy="794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600" spc="-1" strike="noStrike">
                <a:solidFill>
                  <a:srgbClr val="000000"/>
                </a:solidFill>
                <a:latin typeface="Roboto"/>
                <a:ea typeface="Roboto"/>
              </a:rPr>
              <a:t>рассказа о своем проекте</a:t>
            </a:r>
            <a:endParaRPr b="0" lang="en-US" sz="4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7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79" name=""/>
          <p:cNvSpPr/>
          <p:nvPr/>
        </p:nvSpPr>
        <p:spPr>
          <a:xfrm>
            <a:off x="721440" y="832320"/>
            <a:ext cx="7701120" cy="816120"/>
          </a:xfrm>
          <a:custGeom>
            <a:avLst/>
            <a:gdLst/>
            <a:ahLst/>
            <a:rect l="0" t="0" r="r" b="b"/>
            <a:pathLst>
              <a:path w="21392" h="2267">
                <a:moveTo>
                  <a:pt x="0" y="0"/>
                </a:moveTo>
                <a:lnTo>
                  <a:pt x="21392" y="0"/>
                </a:lnTo>
                <a:lnTo>
                  <a:pt x="21392" y="2267"/>
                </a:lnTo>
                <a:lnTo>
                  <a:pt x="0" y="226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721440" y="1983960"/>
            <a:ext cx="7403760" cy="1760400"/>
          </a:xfrm>
          <a:custGeom>
            <a:avLst/>
            <a:gdLst/>
            <a:ahLst/>
            <a:rect l="0" t="0" r="r" b="b"/>
            <a:pathLst>
              <a:path w="20566" h="4890">
                <a:moveTo>
                  <a:pt x="0" y="0"/>
                </a:moveTo>
                <a:lnTo>
                  <a:pt x="20566" y="0"/>
                </a:lnTo>
                <a:lnTo>
                  <a:pt x="20566" y="4890"/>
                </a:lnTo>
                <a:lnTo>
                  <a:pt x="0" y="489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721440" y="759240"/>
            <a:ext cx="6628680" cy="917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5300" spc="-1" strike="noStrike">
                <a:solidFill>
                  <a:srgbClr val="6402ba"/>
                </a:solidFill>
                <a:latin typeface="Roboto"/>
                <a:ea typeface="Roboto"/>
              </a:rPr>
              <a:t>Определение – это</a:t>
            </a:r>
            <a:endParaRPr b="0" lang="en-US" sz="5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807120" y="2037960"/>
            <a:ext cx="6474600" cy="39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807120" y="2441160"/>
            <a:ext cx="6942600" cy="39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атрибутов сущностей, 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807120" y="2844360"/>
            <a:ext cx="6773400" cy="39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000000"/>
                </a:solidFill>
                <a:latin typeface="Roboto"/>
                <a:ea typeface="Roboto"/>
              </a:rPr>
              <a:t>их типов данных, соглашений об именовании 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807120" y="3247200"/>
            <a:ext cx="4912560" cy="39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000000"/>
                </a:solidFill>
                <a:latin typeface="Roboto"/>
                <a:ea typeface="Roboto"/>
              </a:rPr>
              <a:t>и правил проверки целостностей 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8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88" name=""/>
          <p:cNvSpPr/>
          <p:nvPr/>
        </p:nvSpPr>
        <p:spPr>
          <a:xfrm>
            <a:off x="600120" y="438480"/>
            <a:ext cx="6652800" cy="1096200"/>
          </a:xfrm>
          <a:custGeom>
            <a:avLst/>
            <a:gdLst/>
            <a:ahLst/>
            <a:rect l="0" t="0" r="r" b="b"/>
            <a:pathLst>
              <a:path w="18480" h="3045">
                <a:moveTo>
                  <a:pt x="0" y="0"/>
                </a:moveTo>
                <a:lnTo>
                  <a:pt x="18480" y="0"/>
                </a:lnTo>
                <a:lnTo>
                  <a:pt x="18480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89" name="" descr=""/>
          <p:cNvPicPr/>
          <p:nvPr/>
        </p:nvPicPr>
        <p:blipFill>
          <a:blip r:embed="rId2"/>
          <a:stretch/>
        </p:blipFill>
        <p:spPr>
          <a:xfrm>
            <a:off x="662760" y="1496520"/>
            <a:ext cx="5514840" cy="1541520"/>
          </a:xfrm>
          <a:prstGeom prst="rect">
            <a:avLst/>
          </a:prstGeom>
          <a:ln w="0">
            <a:noFill/>
          </a:ln>
        </p:spPr>
      </p:pic>
      <p:sp>
        <p:nvSpPr>
          <p:cNvPr id="490" name=""/>
          <p:cNvSpPr/>
          <p:nvPr/>
        </p:nvSpPr>
        <p:spPr>
          <a:xfrm>
            <a:off x="719640" y="1534320"/>
            <a:ext cx="5401440" cy="1427760"/>
          </a:xfrm>
          <a:custGeom>
            <a:avLst/>
            <a:gdLst/>
            <a:ahLst/>
            <a:rect l="0" t="0" r="r" b="b"/>
            <a:pathLst>
              <a:path w="15004" h="3966">
                <a:moveTo>
                  <a:pt x="0" y="661"/>
                </a:moveTo>
                <a:cubicBezTo>
                  <a:pt x="0" y="296"/>
                  <a:pt x="296" y="0"/>
                  <a:pt x="661" y="0"/>
                </a:cubicBezTo>
                <a:lnTo>
                  <a:pt x="14343" y="0"/>
                </a:lnTo>
                <a:cubicBezTo>
                  <a:pt x="14518" y="0"/>
                  <a:pt x="14686" y="70"/>
                  <a:pt x="14810" y="194"/>
                </a:cubicBezTo>
                <a:cubicBezTo>
                  <a:pt x="14934" y="318"/>
                  <a:pt x="15004" y="486"/>
                  <a:pt x="15004" y="661"/>
                </a:cubicBezTo>
                <a:lnTo>
                  <a:pt x="15004" y="3305"/>
                </a:lnTo>
                <a:cubicBezTo>
                  <a:pt x="15004" y="3670"/>
                  <a:pt x="14708" y="3966"/>
                  <a:pt x="14343" y="3966"/>
                </a:cubicBezTo>
                <a:lnTo>
                  <a:pt x="661" y="3966"/>
                </a:lnTo>
                <a:cubicBezTo>
                  <a:pt x="296" y="3966"/>
                  <a:pt x="0" y="3670"/>
                  <a:pt x="0" y="3305"/>
                </a:cubicBezTo>
                <a:lnTo>
                  <a:pt x="0" y="661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686160" y="482760"/>
            <a:ext cx="443556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Слайды с “кнопками”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92" name="" descr=""/>
          <p:cNvPicPr/>
          <p:nvPr/>
        </p:nvPicPr>
        <p:blipFill>
          <a:blip r:embed="rId3"/>
          <a:stretch/>
        </p:blipFill>
        <p:spPr>
          <a:xfrm>
            <a:off x="662760" y="3246840"/>
            <a:ext cx="5514840" cy="1541520"/>
          </a:xfrm>
          <a:prstGeom prst="rect">
            <a:avLst/>
          </a:prstGeom>
          <a:ln w="0">
            <a:noFill/>
          </a:ln>
        </p:spPr>
      </p:pic>
      <p:sp>
        <p:nvSpPr>
          <p:cNvPr id="493" name=""/>
          <p:cNvSpPr/>
          <p:nvPr/>
        </p:nvSpPr>
        <p:spPr>
          <a:xfrm>
            <a:off x="719640" y="3285000"/>
            <a:ext cx="5401440" cy="1427760"/>
          </a:xfrm>
          <a:custGeom>
            <a:avLst/>
            <a:gdLst/>
            <a:ahLst/>
            <a:rect l="0" t="0" r="r" b="b"/>
            <a:pathLst>
              <a:path w="15004" h="3966">
                <a:moveTo>
                  <a:pt x="0" y="661"/>
                </a:moveTo>
                <a:cubicBezTo>
                  <a:pt x="0" y="296"/>
                  <a:pt x="296" y="0"/>
                  <a:pt x="661" y="0"/>
                </a:cubicBezTo>
                <a:lnTo>
                  <a:pt x="14343" y="0"/>
                </a:lnTo>
                <a:cubicBezTo>
                  <a:pt x="14518" y="0"/>
                  <a:pt x="14686" y="69"/>
                  <a:pt x="14810" y="193"/>
                </a:cubicBezTo>
                <a:cubicBezTo>
                  <a:pt x="14934" y="317"/>
                  <a:pt x="15004" y="485"/>
                  <a:pt x="15004" y="661"/>
                </a:cubicBezTo>
                <a:lnTo>
                  <a:pt x="15004" y="3305"/>
                </a:lnTo>
                <a:cubicBezTo>
                  <a:pt x="15004" y="3670"/>
                  <a:pt x="14708" y="3966"/>
                  <a:pt x="14343" y="3966"/>
                </a:cubicBezTo>
                <a:lnTo>
                  <a:pt x="661" y="3966"/>
                </a:lnTo>
                <a:cubicBezTo>
                  <a:pt x="296" y="3966"/>
                  <a:pt x="0" y="3670"/>
                  <a:pt x="0" y="3305"/>
                </a:cubicBezTo>
                <a:lnTo>
                  <a:pt x="0" y="661"/>
                </a:lnTo>
                <a:close/>
              </a:path>
            </a:pathLst>
          </a:custGeom>
          <a:solidFill>
            <a:srgbClr val="6402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2442960" y="2124000"/>
            <a:ext cx="20473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Тезис 1/Определение 1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875520" y="3665160"/>
            <a:ext cx="4880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Тезис 2 (выбирая его, словно щелкаем на него мышью,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875520" y="3874680"/>
            <a:ext cx="4230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и в следующем слайде раскрываем выбранную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5434200" y="3961440"/>
            <a:ext cx="873720" cy="751320"/>
          </a:xfrm>
          <a:custGeom>
            <a:avLst/>
            <a:gdLst/>
            <a:ahLst/>
            <a:rect l="0" t="0" r="r" b="b"/>
            <a:pathLst>
              <a:path w="2427" h="2087">
                <a:moveTo>
                  <a:pt x="0" y="0"/>
                </a:moveTo>
                <a:lnTo>
                  <a:pt x="2427" y="0"/>
                </a:lnTo>
                <a:lnTo>
                  <a:pt x="2427" y="2087"/>
                </a:lnTo>
                <a:lnTo>
                  <a:pt x="0" y="208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98" name="" descr=""/>
          <p:cNvPicPr/>
          <p:nvPr/>
        </p:nvPicPr>
        <p:blipFill>
          <a:blip r:embed="rId4"/>
          <a:stretch/>
        </p:blipFill>
        <p:spPr>
          <a:xfrm>
            <a:off x="5434560" y="3961440"/>
            <a:ext cx="873000" cy="750600"/>
          </a:xfrm>
          <a:prstGeom prst="rect">
            <a:avLst/>
          </a:prstGeom>
          <a:ln w="0">
            <a:noFill/>
          </a:ln>
        </p:spPr>
      </p:pic>
      <p:sp>
        <p:nvSpPr>
          <p:cNvPr id="499" name=""/>
          <p:cNvSpPr txBox="1"/>
          <p:nvPr/>
        </p:nvSpPr>
        <p:spPr>
          <a:xfrm>
            <a:off x="875520" y="4084200"/>
            <a:ext cx="31402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мысль полностью) / Определение 2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0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502" name="" descr=""/>
          <p:cNvPicPr/>
          <p:nvPr/>
        </p:nvPicPr>
        <p:blipFill>
          <a:blip r:embed="rId2"/>
          <a:stretch/>
        </p:blipFill>
        <p:spPr>
          <a:xfrm>
            <a:off x="953280" y="1512360"/>
            <a:ext cx="6991920" cy="1541520"/>
          </a:xfrm>
          <a:prstGeom prst="rect">
            <a:avLst/>
          </a:prstGeom>
          <a:ln w="0">
            <a:noFill/>
          </a:ln>
        </p:spPr>
      </p:pic>
      <p:sp>
        <p:nvSpPr>
          <p:cNvPr id="503" name=""/>
          <p:cNvSpPr/>
          <p:nvPr/>
        </p:nvSpPr>
        <p:spPr>
          <a:xfrm>
            <a:off x="1010520" y="1550160"/>
            <a:ext cx="6878160" cy="1427760"/>
          </a:xfrm>
          <a:custGeom>
            <a:avLst/>
            <a:gdLst/>
            <a:ahLst/>
            <a:rect l="0" t="0" r="r" b="b"/>
            <a:pathLst>
              <a:path w="19106" h="3966">
                <a:moveTo>
                  <a:pt x="0" y="661"/>
                </a:moveTo>
                <a:cubicBezTo>
                  <a:pt x="0" y="296"/>
                  <a:pt x="295" y="0"/>
                  <a:pt x="660" y="0"/>
                </a:cubicBezTo>
                <a:lnTo>
                  <a:pt x="18446" y="0"/>
                </a:lnTo>
                <a:cubicBezTo>
                  <a:pt x="18621" y="0"/>
                  <a:pt x="18789" y="70"/>
                  <a:pt x="18913" y="194"/>
                </a:cubicBezTo>
                <a:cubicBezTo>
                  <a:pt x="19037" y="318"/>
                  <a:pt x="19106" y="486"/>
                  <a:pt x="19106" y="661"/>
                </a:cubicBezTo>
                <a:lnTo>
                  <a:pt x="19106" y="3305"/>
                </a:lnTo>
                <a:cubicBezTo>
                  <a:pt x="19106" y="3670"/>
                  <a:pt x="18811" y="3966"/>
                  <a:pt x="18446" y="3966"/>
                </a:cubicBezTo>
                <a:lnTo>
                  <a:pt x="660" y="3966"/>
                </a:lnTo>
                <a:cubicBezTo>
                  <a:pt x="295" y="3966"/>
                  <a:pt x="0" y="3670"/>
                  <a:pt x="0" y="3305"/>
                </a:cubicBezTo>
                <a:lnTo>
                  <a:pt x="0" y="661"/>
                </a:lnTo>
                <a:close/>
              </a:path>
            </a:pathLst>
          </a:custGeom>
          <a:solidFill>
            <a:srgbClr val="6402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166040" y="1856160"/>
            <a:ext cx="1361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00" spc="-1" strike="noStrike">
                <a:solidFill>
                  <a:srgbClr val="ffffff"/>
                </a:solidFill>
                <a:latin typeface="Roboto"/>
                <a:ea typeface="Roboto"/>
              </a:rPr>
              <a:t>Определение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2445120" y="1883520"/>
            <a:ext cx="5191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 – </a:t>
            </a: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описание данных в виде набора сущностей, отношений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1166040" y="2135160"/>
            <a:ext cx="61318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между ними, атрибутов сущностей, их типов данных, соглашений об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7014960" y="2378160"/>
            <a:ext cx="873720" cy="750960"/>
          </a:xfrm>
          <a:custGeom>
            <a:avLst/>
            <a:gdLst/>
            <a:ahLst/>
            <a:rect l="0" t="0" r="r" b="b"/>
            <a:pathLst>
              <a:path w="2427" h="2086">
                <a:moveTo>
                  <a:pt x="0" y="0"/>
                </a:moveTo>
                <a:lnTo>
                  <a:pt x="2427" y="0"/>
                </a:lnTo>
                <a:lnTo>
                  <a:pt x="2427" y="2086"/>
                </a:lnTo>
                <a:lnTo>
                  <a:pt x="0" y="208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08" name="" descr=""/>
          <p:cNvPicPr/>
          <p:nvPr/>
        </p:nvPicPr>
        <p:blipFill>
          <a:blip r:embed="rId3"/>
          <a:stretch/>
        </p:blipFill>
        <p:spPr>
          <a:xfrm>
            <a:off x="7015320" y="2378160"/>
            <a:ext cx="873000" cy="750600"/>
          </a:xfrm>
          <a:prstGeom prst="rect">
            <a:avLst/>
          </a:prstGeom>
          <a:ln w="0">
            <a:noFill/>
          </a:ln>
        </p:spPr>
      </p:pic>
      <p:sp>
        <p:nvSpPr>
          <p:cNvPr id="509" name=""/>
          <p:cNvSpPr txBox="1"/>
          <p:nvPr/>
        </p:nvSpPr>
        <p:spPr>
          <a:xfrm>
            <a:off x="1166040" y="2382840"/>
            <a:ext cx="4155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именовании и правил проверки целостностей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512" name="" descr=""/>
          <p:cNvPicPr/>
          <p:nvPr/>
        </p:nvPicPr>
        <p:blipFill>
          <a:blip r:embed="rId2"/>
          <a:stretch/>
        </p:blipFill>
        <p:spPr>
          <a:xfrm>
            <a:off x="1781640" y="1149840"/>
            <a:ext cx="5072760" cy="959040"/>
          </a:xfrm>
          <a:prstGeom prst="rect">
            <a:avLst/>
          </a:prstGeom>
          <a:ln w="0">
            <a:noFill/>
          </a:ln>
        </p:spPr>
      </p:pic>
      <p:sp>
        <p:nvSpPr>
          <p:cNvPr id="513" name=""/>
          <p:cNvSpPr/>
          <p:nvPr/>
        </p:nvSpPr>
        <p:spPr>
          <a:xfrm>
            <a:off x="1838520" y="1187640"/>
            <a:ext cx="4959000" cy="845640"/>
          </a:xfrm>
          <a:custGeom>
            <a:avLst/>
            <a:gdLst/>
            <a:ahLst/>
            <a:rect l="0" t="0" r="r" b="b"/>
            <a:pathLst>
              <a:path w="13775" h="2349">
                <a:moveTo>
                  <a:pt x="0" y="393"/>
                </a:moveTo>
                <a:cubicBezTo>
                  <a:pt x="0" y="176"/>
                  <a:pt x="175" y="0"/>
                  <a:pt x="391" y="0"/>
                </a:cubicBezTo>
                <a:lnTo>
                  <a:pt x="13384" y="0"/>
                </a:lnTo>
                <a:cubicBezTo>
                  <a:pt x="13488" y="0"/>
                  <a:pt x="13587" y="42"/>
                  <a:pt x="13661" y="115"/>
                </a:cubicBezTo>
                <a:cubicBezTo>
                  <a:pt x="13734" y="188"/>
                  <a:pt x="13775" y="289"/>
                  <a:pt x="13775" y="393"/>
                </a:cubicBezTo>
                <a:lnTo>
                  <a:pt x="13775" y="1958"/>
                </a:lnTo>
                <a:cubicBezTo>
                  <a:pt x="13775" y="2174"/>
                  <a:pt x="13600" y="2349"/>
                  <a:pt x="13384" y="2349"/>
                </a:cubicBezTo>
                <a:lnTo>
                  <a:pt x="391" y="2349"/>
                </a:lnTo>
                <a:cubicBezTo>
                  <a:pt x="175" y="2349"/>
                  <a:pt x="0" y="2174"/>
                  <a:pt x="0" y="1958"/>
                </a:cubicBezTo>
                <a:lnTo>
                  <a:pt x="0" y="393"/>
                </a:lnTo>
                <a:close/>
              </a:path>
            </a:pathLst>
          </a:custGeom>
          <a:solidFill>
            <a:srgbClr val="6402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2422800" y="1249560"/>
            <a:ext cx="35578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Roboto"/>
                <a:ea typeface="Roboto"/>
              </a:rPr>
              <a:t>В этой статье мы будем завершать тему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2422800" y="1478160"/>
            <a:ext cx="37314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Roboto"/>
                <a:ea typeface="Roboto"/>
              </a:rPr>
              <a:t>мониторинга и поговорим о мониторинге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662400" y="560520"/>
            <a:ext cx="5563080" cy="615600"/>
          </a:xfrm>
          <a:custGeom>
            <a:avLst/>
            <a:gdLst/>
            <a:ahLst/>
            <a:rect l="0" t="0" r="r" b="b"/>
            <a:pathLst>
              <a:path w="15453" h="1710">
                <a:moveTo>
                  <a:pt x="0" y="0"/>
                </a:moveTo>
                <a:lnTo>
                  <a:pt x="15453" y="0"/>
                </a:lnTo>
                <a:lnTo>
                  <a:pt x="15453" y="1710"/>
                </a:lnTo>
                <a:lnTo>
                  <a:pt x="0" y="171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2422800" y="1706760"/>
            <a:ext cx="24757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Roboto"/>
                <a:ea typeface="Roboto"/>
              </a:rPr>
              <a:t>работы самих приложений.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205640" y="628560"/>
            <a:ext cx="47725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Roboto"/>
                <a:ea typeface="Roboto"/>
              </a:rPr>
              <a:t>В этой статье мы будем завершать тему мониторинга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5627520" y="879480"/>
            <a:ext cx="0" cy="193680"/>
          </a:xfrm>
          <a:custGeom>
            <a:avLst/>
            <a:gdLst/>
            <a:ahLst/>
            <a:rect l="0" t="0" r="r" b="b"/>
            <a:pathLst>
              <a:path w="0" h="538">
                <a:moveTo>
                  <a:pt x="0" y="0"/>
                </a:move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20" name="" descr=""/>
          <p:cNvPicPr/>
          <p:nvPr/>
        </p:nvPicPr>
        <p:blipFill>
          <a:blip r:embed="rId3"/>
          <a:stretch/>
        </p:blipFill>
        <p:spPr>
          <a:xfrm>
            <a:off x="1781640" y="2312640"/>
            <a:ext cx="5072760" cy="858240"/>
          </a:xfrm>
          <a:prstGeom prst="rect">
            <a:avLst/>
          </a:prstGeom>
          <a:ln w="0">
            <a:noFill/>
          </a:ln>
        </p:spPr>
      </p:pic>
      <p:sp>
        <p:nvSpPr>
          <p:cNvPr id="521" name=""/>
          <p:cNvSpPr/>
          <p:nvPr/>
        </p:nvSpPr>
        <p:spPr>
          <a:xfrm>
            <a:off x="1838520" y="2350800"/>
            <a:ext cx="4959000" cy="744480"/>
          </a:xfrm>
          <a:custGeom>
            <a:avLst/>
            <a:gdLst/>
            <a:ahLst/>
            <a:rect l="0" t="0" r="r" b="b"/>
            <a:pathLst>
              <a:path w="13775" h="2068">
                <a:moveTo>
                  <a:pt x="0" y="344"/>
                </a:moveTo>
                <a:cubicBezTo>
                  <a:pt x="0" y="154"/>
                  <a:pt x="154" y="0"/>
                  <a:pt x="345" y="0"/>
                </a:cubicBezTo>
                <a:lnTo>
                  <a:pt x="13431" y="0"/>
                </a:lnTo>
                <a:cubicBezTo>
                  <a:pt x="13522" y="0"/>
                  <a:pt x="13610" y="36"/>
                  <a:pt x="13674" y="101"/>
                </a:cubicBezTo>
                <a:cubicBezTo>
                  <a:pt x="13739" y="165"/>
                  <a:pt x="13775" y="253"/>
                  <a:pt x="13775" y="344"/>
                </a:cubicBezTo>
                <a:lnTo>
                  <a:pt x="13775" y="1724"/>
                </a:lnTo>
                <a:cubicBezTo>
                  <a:pt x="13775" y="1914"/>
                  <a:pt x="13621" y="2068"/>
                  <a:pt x="13431" y="2068"/>
                </a:cubicBezTo>
                <a:lnTo>
                  <a:pt x="345" y="2068"/>
                </a:lnTo>
                <a:cubicBezTo>
                  <a:pt x="154" y="2068"/>
                  <a:pt x="0" y="1914"/>
                  <a:pt x="0" y="1724"/>
                </a:cubicBezTo>
                <a:lnTo>
                  <a:pt x="0" y="34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536480" y="2415240"/>
            <a:ext cx="4824360" cy="615600"/>
          </a:xfrm>
          <a:custGeom>
            <a:avLst/>
            <a:gdLst/>
            <a:ahLst/>
            <a:rect l="0" t="0" r="r" b="b"/>
            <a:pathLst>
              <a:path w="13401" h="1710">
                <a:moveTo>
                  <a:pt x="0" y="0"/>
                </a:moveTo>
                <a:lnTo>
                  <a:pt x="13401" y="0"/>
                </a:lnTo>
                <a:lnTo>
                  <a:pt x="13401" y="1710"/>
                </a:lnTo>
                <a:lnTo>
                  <a:pt x="0" y="171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205640" y="856440"/>
            <a:ext cx="49932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Roboto"/>
                <a:ea typeface="Roboto"/>
              </a:rPr>
              <a:t>и поговорим о мониторинге работы самих приложений.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2079720" y="2483280"/>
            <a:ext cx="42771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осуществлять сбор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25" name="" descr=""/>
          <p:cNvPicPr/>
          <p:nvPr/>
        </p:nvPicPr>
        <p:blipFill>
          <a:blip r:embed="rId4"/>
          <a:stretch/>
        </p:blipFill>
        <p:spPr>
          <a:xfrm>
            <a:off x="1781640" y="3375000"/>
            <a:ext cx="5072760" cy="959040"/>
          </a:xfrm>
          <a:prstGeom prst="rect">
            <a:avLst/>
          </a:prstGeom>
          <a:ln w="0">
            <a:noFill/>
          </a:ln>
        </p:spPr>
      </p:pic>
      <p:sp>
        <p:nvSpPr>
          <p:cNvPr id="526" name=""/>
          <p:cNvSpPr/>
          <p:nvPr/>
        </p:nvSpPr>
        <p:spPr>
          <a:xfrm>
            <a:off x="1838520" y="3412800"/>
            <a:ext cx="4959000" cy="845640"/>
          </a:xfrm>
          <a:custGeom>
            <a:avLst/>
            <a:gdLst/>
            <a:ahLst/>
            <a:rect l="0" t="0" r="r" b="b"/>
            <a:pathLst>
              <a:path w="13775" h="2349">
                <a:moveTo>
                  <a:pt x="0" y="391"/>
                </a:moveTo>
                <a:cubicBezTo>
                  <a:pt x="0" y="175"/>
                  <a:pt x="175" y="0"/>
                  <a:pt x="391" y="0"/>
                </a:cubicBezTo>
                <a:lnTo>
                  <a:pt x="13384" y="0"/>
                </a:lnTo>
                <a:cubicBezTo>
                  <a:pt x="13488" y="0"/>
                  <a:pt x="13587" y="41"/>
                  <a:pt x="13661" y="115"/>
                </a:cubicBezTo>
                <a:cubicBezTo>
                  <a:pt x="13734" y="188"/>
                  <a:pt x="13775" y="288"/>
                  <a:pt x="13775" y="391"/>
                </a:cubicBezTo>
                <a:lnTo>
                  <a:pt x="13775" y="1957"/>
                </a:lnTo>
                <a:cubicBezTo>
                  <a:pt x="13775" y="2173"/>
                  <a:pt x="13600" y="2349"/>
                  <a:pt x="13384" y="2349"/>
                </a:cubicBezTo>
                <a:lnTo>
                  <a:pt x="391" y="2349"/>
                </a:lnTo>
                <a:cubicBezTo>
                  <a:pt x="175" y="2349"/>
                  <a:pt x="0" y="2173"/>
                  <a:pt x="0" y="1957"/>
                </a:cubicBezTo>
                <a:lnTo>
                  <a:pt x="0" y="391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536480" y="3412800"/>
            <a:ext cx="5031360" cy="845640"/>
          </a:xfrm>
          <a:custGeom>
            <a:avLst/>
            <a:gdLst/>
            <a:ahLst/>
            <a:rect l="0" t="0" r="r" b="b"/>
            <a:pathLst>
              <a:path w="13976" h="2349">
                <a:moveTo>
                  <a:pt x="0" y="0"/>
                </a:moveTo>
                <a:lnTo>
                  <a:pt x="13976" y="0"/>
                </a:lnTo>
                <a:lnTo>
                  <a:pt x="13976" y="2349"/>
                </a:lnTo>
                <a:lnTo>
                  <a:pt x="0" y="234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2079720" y="2711160"/>
            <a:ext cx="38502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метрик с приложений и что такое трассировка.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2079720" y="3480840"/>
            <a:ext cx="44661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Как уже говорилось в предыдущих статьях, мы можем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2079720" y="3708720"/>
            <a:ext cx="42847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количественных показателей по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6040080" y="1387800"/>
            <a:ext cx="873720" cy="751320"/>
          </a:xfrm>
          <a:custGeom>
            <a:avLst/>
            <a:gdLst/>
            <a:ahLst/>
            <a:rect l="0" t="0" r="r" b="b"/>
            <a:pathLst>
              <a:path w="2427" h="2087">
                <a:moveTo>
                  <a:pt x="0" y="0"/>
                </a:moveTo>
                <a:lnTo>
                  <a:pt x="2427" y="0"/>
                </a:lnTo>
                <a:lnTo>
                  <a:pt x="2427" y="2087"/>
                </a:lnTo>
                <a:lnTo>
                  <a:pt x="0" y="208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32" name="" descr=""/>
          <p:cNvPicPr/>
          <p:nvPr/>
        </p:nvPicPr>
        <p:blipFill>
          <a:blip r:embed="rId5"/>
          <a:stretch/>
        </p:blipFill>
        <p:spPr>
          <a:xfrm>
            <a:off x="6040440" y="1387800"/>
            <a:ext cx="873000" cy="750600"/>
          </a:xfrm>
          <a:prstGeom prst="rect">
            <a:avLst/>
          </a:prstGeom>
          <a:ln w="0">
            <a:noFill/>
          </a:ln>
        </p:spPr>
      </p:pic>
      <p:sp>
        <p:nvSpPr>
          <p:cNvPr id="533" name=""/>
          <p:cNvSpPr txBox="1"/>
          <p:nvPr/>
        </p:nvSpPr>
        <p:spPr>
          <a:xfrm>
            <a:off x="2079720" y="3936240"/>
            <a:ext cx="44326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событиям, формирующим тренды с помощью метрик.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3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36" name=""/>
          <p:cNvSpPr/>
          <p:nvPr/>
        </p:nvSpPr>
        <p:spPr>
          <a:xfrm>
            <a:off x="611640" y="384480"/>
            <a:ext cx="8214840" cy="646920"/>
          </a:xfrm>
          <a:custGeom>
            <a:avLst/>
            <a:gdLst/>
            <a:ahLst/>
            <a:rect l="0" t="0" r="r" b="b"/>
            <a:pathLst>
              <a:path w="22819" h="1797">
                <a:moveTo>
                  <a:pt x="0" y="0"/>
                </a:moveTo>
                <a:lnTo>
                  <a:pt x="22819" y="0"/>
                </a:lnTo>
                <a:lnTo>
                  <a:pt x="22819" y="1797"/>
                </a:lnTo>
                <a:lnTo>
                  <a:pt x="0" y="17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611640" y="938160"/>
            <a:ext cx="6724800" cy="415800"/>
          </a:xfrm>
          <a:custGeom>
            <a:avLst/>
            <a:gdLst/>
            <a:ahLst/>
            <a:rect l="0" t="0" r="r" b="b"/>
            <a:pathLst>
              <a:path w="18680" h="1155">
                <a:moveTo>
                  <a:pt x="0" y="0"/>
                </a:moveTo>
                <a:lnTo>
                  <a:pt x="18680" y="0"/>
                </a:lnTo>
                <a:lnTo>
                  <a:pt x="18680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697680" y="428760"/>
            <a:ext cx="694872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Заголовок: главная мысль слайда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6059880" y="1508040"/>
            <a:ext cx="2587320" cy="2813400"/>
          </a:xfrm>
          <a:custGeom>
            <a:avLst/>
            <a:gdLst/>
            <a:ahLst/>
            <a:rect l="0" t="0" r="r" b="b"/>
            <a:pathLst>
              <a:path w="7187" h="7815">
                <a:moveTo>
                  <a:pt x="0" y="1198"/>
                </a:moveTo>
                <a:cubicBezTo>
                  <a:pt x="0" y="536"/>
                  <a:pt x="536" y="0"/>
                  <a:pt x="1198" y="0"/>
                </a:cubicBezTo>
                <a:lnTo>
                  <a:pt x="5990" y="0"/>
                </a:lnTo>
                <a:cubicBezTo>
                  <a:pt x="6307" y="0"/>
                  <a:pt x="6612" y="126"/>
                  <a:pt x="6836" y="351"/>
                </a:cubicBezTo>
                <a:cubicBezTo>
                  <a:pt x="7061" y="576"/>
                  <a:pt x="7187" y="880"/>
                  <a:pt x="7187" y="1198"/>
                </a:cubicBezTo>
                <a:lnTo>
                  <a:pt x="7187" y="6616"/>
                </a:lnTo>
                <a:cubicBezTo>
                  <a:pt x="7187" y="7278"/>
                  <a:pt x="6651" y="7815"/>
                  <a:pt x="5990" y="7815"/>
                </a:cubicBezTo>
                <a:lnTo>
                  <a:pt x="1198" y="7815"/>
                </a:lnTo>
                <a:cubicBezTo>
                  <a:pt x="536" y="7815"/>
                  <a:pt x="0" y="7278"/>
                  <a:pt x="0" y="6616"/>
                </a:cubicBezTo>
                <a:lnTo>
                  <a:pt x="0" y="1198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40" name="" descr=""/>
          <p:cNvPicPr/>
          <p:nvPr/>
        </p:nvPicPr>
        <p:blipFill>
          <a:blip r:embed="rId2"/>
          <a:stretch/>
        </p:blipFill>
        <p:spPr>
          <a:xfrm>
            <a:off x="6059880" y="1251720"/>
            <a:ext cx="2586960" cy="3325680"/>
          </a:xfrm>
          <a:prstGeom prst="rect">
            <a:avLst/>
          </a:prstGeom>
          <a:ln w="0">
            <a:noFill/>
          </a:ln>
        </p:spPr>
      </p:pic>
      <p:sp>
        <p:nvSpPr>
          <p:cNvPr id="541" name=""/>
          <p:cNvSpPr/>
          <p:nvPr/>
        </p:nvSpPr>
        <p:spPr>
          <a:xfrm>
            <a:off x="662760" y="1917000"/>
            <a:ext cx="4092120" cy="1995840"/>
          </a:xfrm>
          <a:custGeom>
            <a:avLst/>
            <a:gdLst/>
            <a:ahLst/>
            <a:rect l="0" t="0" r="r" b="b"/>
            <a:pathLst>
              <a:path w="11367" h="5544">
                <a:moveTo>
                  <a:pt x="0" y="0"/>
                </a:moveTo>
                <a:lnTo>
                  <a:pt x="11367" y="0"/>
                </a:lnTo>
                <a:lnTo>
                  <a:pt x="11367" y="5544"/>
                </a:lnTo>
                <a:lnTo>
                  <a:pt x="0" y="554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877320" y="2002680"/>
            <a:ext cx="1773720" cy="198360"/>
          </a:xfrm>
          <a:custGeom>
            <a:avLst/>
            <a:gdLst/>
            <a:ahLst/>
            <a:rect l="0" t="0" r="r" b="b"/>
            <a:pathLst>
              <a:path w="4927" h="551">
                <a:moveTo>
                  <a:pt x="0" y="0"/>
                </a:moveTo>
                <a:lnTo>
                  <a:pt x="4927" y="0"/>
                </a:lnTo>
                <a:lnTo>
                  <a:pt x="4927" y="551"/>
                </a:lnTo>
                <a:lnTo>
                  <a:pt x="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697680" y="1003320"/>
            <a:ext cx="44341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Подзаголовок – дополнение к основной мысли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205640" y="2008080"/>
            <a:ext cx="1445400" cy="193680"/>
          </a:xfrm>
          <a:custGeom>
            <a:avLst/>
            <a:gdLst/>
            <a:ahLst/>
            <a:rect l="0" t="0" r="r" b="b"/>
            <a:pathLst>
              <a:path w="4015" h="538">
                <a:moveTo>
                  <a:pt x="0" y="0"/>
                </a:moveTo>
                <a:lnTo>
                  <a:pt x="4015" y="0"/>
                </a:lnTo>
                <a:lnTo>
                  <a:pt x="4015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877320" y="2011680"/>
            <a:ext cx="164880" cy="18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Arial"/>
                <a:ea typeface="Arial"/>
              </a:rPr>
              <a:t>●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650680" y="2008080"/>
            <a:ext cx="41040" cy="193680"/>
          </a:xfrm>
          <a:custGeom>
            <a:avLst/>
            <a:gdLst/>
            <a:ahLst/>
            <a:rect l="0" t="0" r="r" b="b"/>
            <a:pathLst>
              <a:path w="114" h="538">
                <a:moveTo>
                  <a:pt x="0" y="0"/>
                </a:moveTo>
                <a:lnTo>
                  <a:pt x="114" y="0"/>
                </a:lnTo>
                <a:lnTo>
                  <a:pt x="114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691360" y="2008080"/>
            <a:ext cx="0" cy="193320"/>
          </a:xfrm>
          <a:custGeom>
            <a:avLst/>
            <a:gdLst/>
            <a:ahLst/>
            <a:rect l="0" t="0" r="r" b="b"/>
            <a:pathLst>
              <a:path w="0" h="537">
                <a:moveTo>
                  <a:pt x="0" y="0"/>
                </a:moveTo>
                <a:lnTo>
                  <a:pt x="0" y="53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205640" y="2235600"/>
            <a:ext cx="0" cy="193680"/>
          </a:xfrm>
          <a:custGeom>
            <a:avLst/>
            <a:gdLst/>
            <a:ahLst/>
            <a:rect l="0" t="0" r="r" b="b"/>
            <a:pathLst>
              <a:path w="0" h="538">
                <a:moveTo>
                  <a:pt x="0" y="0"/>
                </a:move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877320" y="2458080"/>
            <a:ext cx="3291840" cy="198720"/>
          </a:xfrm>
          <a:custGeom>
            <a:avLst/>
            <a:gdLst/>
            <a:ahLst/>
            <a:rect l="0" t="0" r="r" b="b"/>
            <a:pathLst>
              <a:path w="9144" h="552">
                <a:moveTo>
                  <a:pt x="0" y="0"/>
                </a:moveTo>
                <a:lnTo>
                  <a:pt x="9144" y="0"/>
                </a:lnTo>
                <a:lnTo>
                  <a:pt x="9144" y="552"/>
                </a:lnTo>
                <a:lnTo>
                  <a:pt x="0" y="5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1205640" y="1984680"/>
            <a:ext cx="15598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Источников много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205640" y="2463480"/>
            <a:ext cx="2963520" cy="194040"/>
          </a:xfrm>
          <a:custGeom>
            <a:avLst/>
            <a:gdLst/>
            <a:ahLst/>
            <a:rect l="0" t="0" r="r" b="b"/>
            <a:pathLst>
              <a:path w="8232" h="539">
                <a:moveTo>
                  <a:pt x="0" y="0"/>
                </a:moveTo>
                <a:lnTo>
                  <a:pt x="8232" y="0"/>
                </a:lnTo>
                <a:lnTo>
                  <a:pt x="8232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877320" y="2467440"/>
            <a:ext cx="164880" cy="18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Arial"/>
                <a:ea typeface="Arial"/>
              </a:rPr>
              <a:t>●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4168800" y="2463480"/>
            <a:ext cx="41040" cy="194040"/>
          </a:xfrm>
          <a:custGeom>
            <a:avLst/>
            <a:gdLst/>
            <a:ahLst/>
            <a:rect l="0" t="0" r="r" b="b"/>
            <a:pathLst>
              <a:path w="114" h="539">
                <a:moveTo>
                  <a:pt x="0" y="0"/>
                </a:moveTo>
                <a:lnTo>
                  <a:pt x="114" y="0"/>
                </a:lnTo>
                <a:lnTo>
                  <a:pt x="114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205640" y="2685960"/>
            <a:ext cx="3391920" cy="198720"/>
          </a:xfrm>
          <a:custGeom>
            <a:avLst/>
            <a:gdLst/>
            <a:ahLst/>
            <a:rect l="0" t="0" r="r" b="b"/>
            <a:pathLst>
              <a:path w="9422" h="552">
                <a:moveTo>
                  <a:pt x="0" y="0"/>
                </a:moveTo>
                <a:lnTo>
                  <a:pt x="9422" y="0"/>
                </a:lnTo>
                <a:lnTo>
                  <a:pt x="9422" y="552"/>
                </a:lnTo>
                <a:lnTo>
                  <a:pt x="0" y="5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1205640" y="2691360"/>
            <a:ext cx="3391920" cy="194040"/>
          </a:xfrm>
          <a:custGeom>
            <a:avLst/>
            <a:gdLst/>
            <a:ahLst/>
            <a:rect l="0" t="0" r="r" b="b"/>
            <a:pathLst>
              <a:path w="9422" h="539">
                <a:moveTo>
                  <a:pt x="0" y="0"/>
                </a:moveTo>
                <a:lnTo>
                  <a:pt x="9422" y="0"/>
                </a:lnTo>
                <a:lnTo>
                  <a:pt x="9422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205640" y="2440440"/>
            <a:ext cx="31417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Кроме того, в той же микросервисной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4597200" y="2691360"/>
            <a:ext cx="41400" cy="194040"/>
          </a:xfrm>
          <a:custGeom>
            <a:avLst/>
            <a:gdLst/>
            <a:ahLst/>
            <a:rect l="0" t="0" r="r" b="b"/>
            <a:pathLst>
              <a:path w="115" h="539">
                <a:moveTo>
                  <a:pt x="0" y="0"/>
                </a:moveTo>
                <a:lnTo>
                  <a:pt x="115" y="0"/>
                </a:lnTo>
                <a:lnTo>
                  <a:pt x="115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205640" y="2913840"/>
            <a:ext cx="3045240" cy="198720"/>
          </a:xfrm>
          <a:custGeom>
            <a:avLst/>
            <a:gdLst/>
            <a:ahLst/>
            <a:rect l="0" t="0" r="r" b="b"/>
            <a:pathLst>
              <a:path w="8459" h="552">
                <a:moveTo>
                  <a:pt x="0" y="0"/>
                </a:moveTo>
                <a:lnTo>
                  <a:pt x="8459" y="0"/>
                </a:lnTo>
                <a:lnTo>
                  <a:pt x="8459" y="552"/>
                </a:lnTo>
                <a:lnTo>
                  <a:pt x="0" y="5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1205640" y="2919240"/>
            <a:ext cx="3045240" cy="193680"/>
          </a:xfrm>
          <a:custGeom>
            <a:avLst/>
            <a:gdLst/>
            <a:ahLst/>
            <a:rect l="0" t="0" r="r" b="b"/>
            <a:pathLst>
              <a:path w="8459" h="538">
                <a:moveTo>
                  <a:pt x="0" y="0"/>
                </a:moveTo>
                <a:lnTo>
                  <a:pt x="8459" y="0"/>
                </a:lnTo>
                <a:lnTo>
                  <a:pt x="8459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205640" y="2668320"/>
            <a:ext cx="35668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архитектуре у нас запрос от клиента может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4250520" y="2919240"/>
            <a:ext cx="41400" cy="193680"/>
          </a:xfrm>
          <a:custGeom>
            <a:avLst/>
            <a:gdLst/>
            <a:ahLst/>
            <a:rect l="0" t="0" r="r" b="b"/>
            <a:pathLst>
              <a:path w="115" h="538">
                <a:moveTo>
                  <a:pt x="0" y="0"/>
                </a:moveTo>
                <a:lnTo>
                  <a:pt x="115" y="0"/>
                </a:lnTo>
                <a:lnTo>
                  <a:pt x="115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205640" y="3141720"/>
            <a:ext cx="3080160" cy="198360"/>
          </a:xfrm>
          <a:custGeom>
            <a:avLst/>
            <a:gdLst/>
            <a:ahLst/>
            <a:rect l="0" t="0" r="r" b="b"/>
            <a:pathLst>
              <a:path w="8556" h="551">
                <a:moveTo>
                  <a:pt x="0" y="0"/>
                </a:moveTo>
                <a:lnTo>
                  <a:pt x="8556" y="0"/>
                </a:lnTo>
                <a:lnTo>
                  <a:pt x="8556" y="551"/>
                </a:lnTo>
                <a:lnTo>
                  <a:pt x="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205640" y="3147120"/>
            <a:ext cx="3080160" cy="193680"/>
          </a:xfrm>
          <a:custGeom>
            <a:avLst/>
            <a:gdLst/>
            <a:ahLst/>
            <a:rect l="0" t="0" r="r" b="b"/>
            <a:pathLst>
              <a:path w="8556" h="538">
                <a:moveTo>
                  <a:pt x="0" y="0"/>
                </a:moveTo>
                <a:lnTo>
                  <a:pt x="8556" y="0"/>
                </a:lnTo>
                <a:lnTo>
                  <a:pt x="8556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1205640" y="2896200"/>
            <a:ext cx="32468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проходить через несколько различных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4285440" y="3147120"/>
            <a:ext cx="41400" cy="193680"/>
          </a:xfrm>
          <a:custGeom>
            <a:avLst/>
            <a:gdLst/>
            <a:ahLst/>
            <a:rect l="0" t="0" r="r" b="b"/>
            <a:pathLst>
              <a:path w="115" h="538">
                <a:moveTo>
                  <a:pt x="0" y="0"/>
                </a:moveTo>
                <a:lnTo>
                  <a:pt x="115" y="0"/>
                </a:lnTo>
                <a:lnTo>
                  <a:pt x="115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4326480" y="3147120"/>
            <a:ext cx="0" cy="193320"/>
          </a:xfrm>
          <a:custGeom>
            <a:avLst/>
            <a:gdLst/>
            <a:ahLst/>
            <a:rect l="0" t="0" r="r" b="b"/>
            <a:pathLst>
              <a:path w="0" h="537">
                <a:moveTo>
                  <a:pt x="0" y="0"/>
                </a:moveTo>
                <a:lnTo>
                  <a:pt x="0" y="53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205640" y="3369600"/>
            <a:ext cx="3152160" cy="198360"/>
          </a:xfrm>
          <a:custGeom>
            <a:avLst/>
            <a:gdLst/>
            <a:ahLst/>
            <a:rect l="0" t="0" r="r" b="b"/>
            <a:pathLst>
              <a:path w="8756" h="551">
                <a:moveTo>
                  <a:pt x="0" y="0"/>
                </a:moveTo>
                <a:lnTo>
                  <a:pt x="8756" y="0"/>
                </a:lnTo>
                <a:lnTo>
                  <a:pt x="8756" y="551"/>
                </a:lnTo>
                <a:lnTo>
                  <a:pt x="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1205640" y="3375000"/>
            <a:ext cx="3152160" cy="193680"/>
          </a:xfrm>
          <a:custGeom>
            <a:avLst/>
            <a:gdLst/>
            <a:ahLst/>
            <a:rect l="0" t="0" r="r" b="b"/>
            <a:pathLst>
              <a:path w="8756" h="538">
                <a:moveTo>
                  <a:pt x="0" y="0"/>
                </a:moveTo>
                <a:lnTo>
                  <a:pt x="8756" y="0"/>
                </a:lnTo>
                <a:lnTo>
                  <a:pt x="8756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1205640" y="3124080"/>
            <a:ext cx="32439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микросервисов, причем в зависимости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4357440" y="3375000"/>
            <a:ext cx="41040" cy="193680"/>
          </a:xfrm>
          <a:custGeom>
            <a:avLst/>
            <a:gdLst/>
            <a:ahLst/>
            <a:rect l="0" t="0" r="r" b="b"/>
            <a:pathLst>
              <a:path w="114" h="538">
                <a:moveTo>
                  <a:pt x="0" y="0"/>
                </a:moveTo>
                <a:lnTo>
                  <a:pt x="114" y="0"/>
                </a:lnTo>
                <a:lnTo>
                  <a:pt x="114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1205640" y="3597480"/>
            <a:ext cx="2059560" cy="198360"/>
          </a:xfrm>
          <a:custGeom>
            <a:avLst/>
            <a:gdLst/>
            <a:ahLst/>
            <a:rect l="0" t="0" r="r" b="b"/>
            <a:pathLst>
              <a:path w="5721" h="551">
                <a:moveTo>
                  <a:pt x="0" y="0"/>
                </a:moveTo>
                <a:lnTo>
                  <a:pt x="5721" y="0"/>
                </a:lnTo>
                <a:lnTo>
                  <a:pt x="5721" y="551"/>
                </a:lnTo>
                <a:lnTo>
                  <a:pt x="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1205640" y="3602880"/>
            <a:ext cx="2059560" cy="193680"/>
          </a:xfrm>
          <a:custGeom>
            <a:avLst/>
            <a:gdLst/>
            <a:ahLst/>
            <a:rect l="0" t="0" r="r" b="b"/>
            <a:pathLst>
              <a:path w="5721" h="538">
                <a:moveTo>
                  <a:pt x="0" y="0"/>
                </a:moveTo>
                <a:lnTo>
                  <a:pt x="5721" y="0"/>
                </a:lnTo>
                <a:lnTo>
                  <a:pt x="5721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205640" y="3351600"/>
            <a:ext cx="33184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от различных аспектов, этот путь может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3264840" y="3602880"/>
            <a:ext cx="41400" cy="193680"/>
          </a:xfrm>
          <a:custGeom>
            <a:avLst/>
            <a:gdLst/>
            <a:ahLst/>
            <a:rect l="0" t="0" r="r" b="b"/>
            <a:pathLst>
              <a:path w="115" h="538">
                <a:moveTo>
                  <a:pt x="0" y="0"/>
                </a:moveTo>
                <a:lnTo>
                  <a:pt x="115" y="0"/>
                </a:lnTo>
                <a:lnTo>
                  <a:pt x="115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205640" y="3579480"/>
            <a:ext cx="21542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состоять из разных узлов.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7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78" name=""/>
          <p:cNvSpPr/>
          <p:nvPr/>
        </p:nvSpPr>
        <p:spPr>
          <a:xfrm>
            <a:off x="692280" y="1349280"/>
            <a:ext cx="7224840" cy="3062160"/>
          </a:xfrm>
          <a:custGeom>
            <a:avLst/>
            <a:gdLst/>
            <a:ahLst/>
            <a:rect l="0" t="0" r="r" b="b"/>
            <a:pathLst>
              <a:path w="20069" h="8506">
                <a:moveTo>
                  <a:pt x="0" y="0"/>
                </a:moveTo>
                <a:lnTo>
                  <a:pt x="20069" y="0"/>
                </a:lnTo>
                <a:lnTo>
                  <a:pt x="20069" y="8506"/>
                </a:lnTo>
                <a:lnTo>
                  <a:pt x="0" y="85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1235520" y="1414440"/>
            <a:ext cx="5115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В этой статье мы будем завершать тему мониторинга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1235520" y="1677240"/>
            <a:ext cx="53881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и поговорим о мониторинге работы самих приложений.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1235520" y="2330280"/>
            <a:ext cx="49507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осуществлять сбор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235520" y="2593080"/>
            <a:ext cx="4456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метрик с приложений и что такое трассировка.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235520" y="3118680"/>
            <a:ext cx="5118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Как уже говорилось в предыдущих статьях, мы можем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235520" y="3381840"/>
            <a:ext cx="4676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количественных показателей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6409800" y="3671280"/>
            <a:ext cx="0" cy="223200"/>
          </a:xfrm>
          <a:custGeom>
            <a:avLst/>
            <a:gdLst/>
            <a:ahLst/>
            <a:rect l="0" t="0" r="r" b="b"/>
            <a:pathLst>
              <a:path w="0" h="620">
                <a:moveTo>
                  <a:pt x="0" y="0"/>
                </a:moveTo>
                <a:lnTo>
                  <a:pt x="0" y="62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235160" y="4061160"/>
            <a:ext cx="0" cy="223200"/>
          </a:xfrm>
          <a:custGeom>
            <a:avLst/>
            <a:gdLst/>
            <a:ahLst/>
            <a:rect l="0" t="0" r="r" b="b"/>
            <a:pathLst>
              <a:path w="0" h="620">
                <a:moveTo>
                  <a:pt x="0" y="0"/>
                </a:moveTo>
                <a:lnTo>
                  <a:pt x="0" y="62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611640" y="1453320"/>
            <a:ext cx="315720" cy="315360"/>
          </a:xfrm>
          <a:custGeom>
            <a:avLst/>
            <a:gdLst/>
            <a:ahLst/>
            <a:rect l="0" t="0" r="r" b="b"/>
            <a:pathLst>
              <a:path w="877" h="876">
                <a:moveTo>
                  <a:pt x="0" y="0"/>
                </a:moveTo>
                <a:lnTo>
                  <a:pt x="877" y="0"/>
                </a:lnTo>
                <a:lnTo>
                  <a:pt x="877" y="876"/>
                </a:lnTo>
                <a:lnTo>
                  <a:pt x="0" y="8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88" name="" descr=""/>
          <p:cNvPicPr/>
          <p:nvPr/>
        </p:nvPicPr>
        <p:blipFill>
          <a:blip r:embed="rId2"/>
          <a:stretch/>
        </p:blipFill>
        <p:spPr>
          <a:xfrm>
            <a:off x="612000" y="1453680"/>
            <a:ext cx="314640" cy="314640"/>
          </a:xfrm>
          <a:prstGeom prst="rect">
            <a:avLst/>
          </a:prstGeom>
          <a:ln w="0">
            <a:noFill/>
          </a:ln>
        </p:spPr>
      </p:pic>
      <p:sp>
        <p:nvSpPr>
          <p:cNvPr id="589" name=""/>
          <p:cNvSpPr/>
          <p:nvPr/>
        </p:nvSpPr>
        <p:spPr>
          <a:xfrm>
            <a:off x="611640" y="424800"/>
            <a:ext cx="8214840" cy="646920"/>
          </a:xfrm>
          <a:custGeom>
            <a:avLst/>
            <a:gdLst/>
            <a:ahLst/>
            <a:rect l="0" t="0" r="r" b="b"/>
            <a:pathLst>
              <a:path w="22819" h="1797">
                <a:moveTo>
                  <a:pt x="0" y="0"/>
                </a:moveTo>
                <a:lnTo>
                  <a:pt x="22819" y="0"/>
                </a:lnTo>
                <a:lnTo>
                  <a:pt x="22819" y="1797"/>
                </a:lnTo>
                <a:lnTo>
                  <a:pt x="0" y="17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1235520" y="3644640"/>
            <a:ext cx="5414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по событиям, формирующим тренды с помощью метрик.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611640" y="2389680"/>
            <a:ext cx="315720" cy="315720"/>
          </a:xfrm>
          <a:custGeom>
            <a:avLst/>
            <a:gdLst/>
            <a:ahLst/>
            <a:rect l="0" t="0" r="r" b="b"/>
            <a:pathLst>
              <a:path w="877" h="877">
                <a:moveTo>
                  <a:pt x="0" y="0"/>
                </a:moveTo>
                <a:lnTo>
                  <a:pt x="877" y="0"/>
                </a:lnTo>
                <a:lnTo>
                  <a:pt x="877" y="877"/>
                </a:lnTo>
                <a:lnTo>
                  <a:pt x="0" y="87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92" name="" descr=""/>
          <p:cNvPicPr/>
          <p:nvPr/>
        </p:nvPicPr>
        <p:blipFill>
          <a:blip r:embed="rId3"/>
          <a:stretch/>
        </p:blipFill>
        <p:spPr>
          <a:xfrm>
            <a:off x="612000" y="2390040"/>
            <a:ext cx="314640" cy="314640"/>
          </a:xfrm>
          <a:prstGeom prst="rect">
            <a:avLst/>
          </a:prstGeom>
          <a:ln w="0">
            <a:noFill/>
          </a:ln>
        </p:spPr>
      </p:pic>
      <p:sp>
        <p:nvSpPr>
          <p:cNvPr id="593" name=""/>
          <p:cNvSpPr/>
          <p:nvPr/>
        </p:nvSpPr>
        <p:spPr>
          <a:xfrm>
            <a:off x="611640" y="3326400"/>
            <a:ext cx="315720" cy="315360"/>
          </a:xfrm>
          <a:custGeom>
            <a:avLst/>
            <a:gdLst/>
            <a:ahLst/>
            <a:rect l="0" t="0" r="r" b="b"/>
            <a:pathLst>
              <a:path w="877" h="876">
                <a:moveTo>
                  <a:pt x="0" y="0"/>
                </a:moveTo>
                <a:lnTo>
                  <a:pt x="877" y="0"/>
                </a:lnTo>
                <a:lnTo>
                  <a:pt x="877" y="876"/>
                </a:lnTo>
                <a:lnTo>
                  <a:pt x="0" y="8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94" name="" descr=""/>
          <p:cNvPicPr/>
          <p:nvPr/>
        </p:nvPicPr>
        <p:blipFill>
          <a:blip r:embed="rId4"/>
          <a:stretch/>
        </p:blipFill>
        <p:spPr>
          <a:xfrm>
            <a:off x="612000" y="3326400"/>
            <a:ext cx="314640" cy="314640"/>
          </a:xfrm>
          <a:prstGeom prst="rect">
            <a:avLst/>
          </a:prstGeom>
          <a:ln w="0">
            <a:noFill/>
          </a:ln>
        </p:spPr>
      </p:pic>
      <p:sp>
        <p:nvSpPr>
          <p:cNvPr id="595" name=""/>
          <p:cNvSpPr txBox="1"/>
          <p:nvPr/>
        </p:nvSpPr>
        <p:spPr>
          <a:xfrm>
            <a:off x="697680" y="469080"/>
            <a:ext cx="458640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Главная мысль слайда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9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98" name=""/>
          <p:cNvSpPr/>
          <p:nvPr/>
        </p:nvSpPr>
        <p:spPr>
          <a:xfrm>
            <a:off x="623160" y="43020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623160" y="1387080"/>
            <a:ext cx="0" cy="183816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112760" y="1387080"/>
            <a:ext cx="0" cy="183816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7862040" y="1387080"/>
            <a:ext cx="0" cy="183816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618480" y="1391760"/>
            <a:ext cx="724860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618480" y="1757520"/>
            <a:ext cx="724860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618480" y="2123280"/>
            <a:ext cx="724860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618480" y="2489040"/>
            <a:ext cx="724860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618480" y="2854800"/>
            <a:ext cx="724860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618480" y="3220560"/>
            <a:ext cx="724860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709200" y="474480"/>
            <a:ext cx="368280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50505"/>
                </a:solidFill>
                <a:latin typeface="Roboto"/>
                <a:ea typeface="Roboto"/>
              </a:rPr>
              <a:t>Слайд со списком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813960" y="143784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9857f3"/>
                </a:solidFill>
                <a:latin typeface="Roboto"/>
                <a:ea typeface="Roboto"/>
              </a:rPr>
              <a:t>1.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813960" y="180360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9857f3"/>
                </a:solidFill>
                <a:latin typeface="Roboto"/>
                <a:ea typeface="Roboto"/>
              </a:rPr>
              <a:t>2.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813960" y="216936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9857f3"/>
                </a:solidFill>
                <a:latin typeface="Roboto"/>
                <a:ea typeface="Roboto"/>
              </a:rPr>
              <a:t>3.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813960" y="253512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9857f3"/>
                </a:solidFill>
                <a:latin typeface="Roboto"/>
                <a:ea typeface="Roboto"/>
              </a:rPr>
              <a:t>4.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813960" y="2900880"/>
            <a:ext cx="19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9857f3"/>
                </a:solidFill>
                <a:latin typeface="Roboto"/>
                <a:ea typeface="Roboto"/>
              </a:rPr>
              <a:t>5.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6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16" name=""/>
          <p:cNvSpPr/>
          <p:nvPr/>
        </p:nvSpPr>
        <p:spPr>
          <a:xfrm>
            <a:off x="573480" y="387720"/>
            <a:ext cx="8210520" cy="459720"/>
          </a:xfrm>
          <a:custGeom>
            <a:avLst/>
            <a:gdLst/>
            <a:ahLst/>
            <a:rect l="0" t="0" r="r" b="b"/>
            <a:pathLst>
              <a:path w="22807" h="1277">
                <a:moveTo>
                  <a:pt x="0" y="0"/>
                </a:moveTo>
                <a:lnTo>
                  <a:pt x="22807" y="0"/>
                </a:lnTo>
                <a:lnTo>
                  <a:pt x="22807" y="1277"/>
                </a:lnTo>
                <a:lnTo>
                  <a:pt x="0" y="127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629640" y="1253880"/>
            <a:ext cx="0" cy="15048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4430160" y="1253880"/>
            <a:ext cx="0" cy="15048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8840160" y="1253880"/>
            <a:ext cx="0" cy="15048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624960" y="1258560"/>
            <a:ext cx="821988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624960" y="1737720"/>
            <a:ext cx="821988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624960" y="2753640"/>
            <a:ext cx="821988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586440" y="357480"/>
            <a:ext cx="346932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00" spc="-1" strike="noStrike">
                <a:solidFill>
                  <a:srgbClr val="000000"/>
                </a:solidFill>
                <a:latin typeface="Roboto"/>
                <a:ea typeface="Roboto"/>
              </a:rPr>
              <a:t>Слайд со списком</a:t>
            </a:r>
            <a:endParaRPr b="0" lang="en-US" sz="2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715680" y="1320840"/>
            <a:ext cx="311256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700" spc="-1" strike="noStrike">
                <a:solidFill>
                  <a:srgbClr val="9857f3"/>
                </a:solidFill>
                <a:latin typeface="Roboto"/>
                <a:ea typeface="Roboto"/>
              </a:rPr>
              <a:t>1. Описание эксперимента</a:t>
            </a:r>
            <a:r>
              <a:rPr b="1" lang="en-US" sz="17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4516200" y="1320840"/>
            <a:ext cx="25916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700" spc="-1" strike="noStrike">
                <a:solidFill>
                  <a:srgbClr val="9857f3"/>
                </a:solidFill>
                <a:latin typeface="Roboto"/>
                <a:ea typeface="Roboto"/>
              </a:rPr>
              <a:t>2. Технические детали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829440" y="18342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1172880" y="1802880"/>
            <a:ext cx="1002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 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Гипотеза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829440" y="2097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1172880" y="2065680"/>
            <a:ext cx="1976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 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Целевая аудитория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829440" y="23598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172880" y="2328480"/>
            <a:ext cx="2276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 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Ожидаемый результат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4637520" y="186984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4973400" y="1800000"/>
            <a:ext cx="2156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026680" y="1827000"/>
            <a:ext cx="11116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Реализация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4629600" y="213192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4973400" y="2100600"/>
            <a:ext cx="1056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Настройки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4629600" y="239472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4973400" y="2363760"/>
            <a:ext cx="883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Метрики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64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41" name=""/>
          <p:cNvSpPr/>
          <p:nvPr/>
        </p:nvSpPr>
        <p:spPr>
          <a:xfrm>
            <a:off x="611640" y="400320"/>
            <a:ext cx="8214840" cy="1108800"/>
          </a:xfrm>
          <a:custGeom>
            <a:avLst/>
            <a:gdLst/>
            <a:ahLst/>
            <a:rect l="0" t="0" r="r" b="b"/>
            <a:pathLst>
              <a:path w="22819" h="3080">
                <a:moveTo>
                  <a:pt x="0" y="0"/>
                </a:moveTo>
                <a:lnTo>
                  <a:pt x="22819" y="0"/>
                </a:lnTo>
                <a:lnTo>
                  <a:pt x="22819" y="3080"/>
                </a:lnTo>
                <a:lnTo>
                  <a:pt x="0" y="308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697680" y="444600"/>
            <a:ext cx="315684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Главная мысль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611640" y="1646640"/>
            <a:ext cx="4240440" cy="2456280"/>
          </a:xfrm>
          <a:custGeom>
            <a:avLst/>
            <a:gdLst/>
            <a:ahLst/>
            <a:rect l="0" t="0" r="r" b="b"/>
            <a:pathLst>
              <a:path w="11779" h="6823">
                <a:moveTo>
                  <a:pt x="0" y="0"/>
                </a:moveTo>
                <a:lnTo>
                  <a:pt x="11779" y="0"/>
                </a:lnTo>
                <a:lnTo>
                  <a:pt x="11779" y="6823"/>
                </a:lnTo>
                <a:lnTo>
                  <a:pt x="0" y="682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697320" y="1732320"/>
            <a:ext cx="3430800" cy="198720"/>
          </a:xfrm>
          <a:custGeom>
            <a:avLst/>
            <a:gdLst/>
            <a:ahLst/>
            <a:rect l="0" t="0" r="r" b="b"/>
            <a:pathLst>
              <a:path w="9530" h="552">
                <a:moveTo>
                  <a:pt x="0" y="0"/>
                </a:moveTo>
                <a:lnTo>
                  <a:pt x="9530" y="0"/>
                </a:lnTo>
                <a:lnTo>
                  <a:pt x="9530" y="552"/>
                </a:lnTo>
                <a:lnTo>
                  <a:pt x="0" y="5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697320" y="1737720"/>
            <a:ext cx="3430800" cy="194040"/>
          </a:xfrm>
          <a:custGeom>
            <a:avLst/>
            <a:gdLst/>
            <a:ahLst/>
            <a:rect l="0" t="0" r="r" b="b"/>
            <a:pathLst>
              <a:path w="9530" h="539">
                <a:moveTo>
                  <a:pt x="0" y="0"/>
                </a:moveTo>
                <a:lnTo>
                  <a:pt x="9530" y="0"/>
                </a:lnTo>
                <a:lnTo>
                  <a:pt x="9530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697680" y="901800"/>
            <a:ext cx="162684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слайда 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4127760" y="1737720"/>
            <a:ext cx="41400" cy="194040"/>
          </a:xfrm>
          <a:custGeom>
            <a:avLst/>
            <a:gdLst/>
            <a:ahLst/>
            <a:rect l="0" t="0" r="r" b="b"/>
            <a:pathLst>
              <a:path w="115" h="539">
                <a:moveTo>
                  <a:pt x="0" y="0"/>
                </a:moveTo>
                <a:lnTo>
                  <a:pt x="115" y="0"/>
                </a:lnTo>
                <a:lnTo>
                  <a:pt x="115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4168800" y="1737720"/>
            <a:ext cx="0" cy="193680"/>
          </a:xfrm>
          <a:custGeom>
            <a:avLst/>
            <a:gdLst/>
            <a:ahLst/>
            <a:rect l="0" t="0" r="r" b="b"/>
            <a:pathLst>
              <a:path w="0" h="538">
                <a:moveTo>
                  <a:pt x="0" y="0"/>
                </a:move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697320" y="1960200"/>
            <a:ext cx="3375000" cy="198720"/>
          </a:xfrm>
          <a:custGeom>
            <a:avLst/>
            <a:gdLst/>
            <a:ahLst/>
            <a:rect l="0" t="0" r="r" b="b"/>
            <a:pathLst>
              <a:path w="9375" h="552">
                <a:moveTo>
                  <a:pt x="0" y="0"/>
                </a:moveTo>
                <a:lnTo>
                  <a:pt x="9375" y="0"/>
                </a:lnTo>
                <a:lnTo>
                  <a:pt x="9375" y="552"/>
                </a:lnTo>
                <a:lnTo>
                  <a:pt x="0" y="5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97320" y="1965600"/>
            <a:ext cx="3375000" cy="194040"/>
          </a:xfrm>
          <a:custGeom>
            <a:avLst/>
            <a:gdLst/>
            <a:ahLst/>
            <a:rect l="0" t="0" r="r" b="b"/>
            <a:pathLst>
              <a:path w="9375" h="539">
                <a:moveTo>
                  <a:pt x="0" y="0"/>
                </a:moveTo>
                <a:lnTo>
                  <a:pt x="9375" y="0"/>
                </a:lnTo>
                <a:lnTo>
                  <a:pt x="9375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697680" y="1714680"/>
            <a:ext cx="36507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В случае, если мы обнаружили превышение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4071960" y="1965600"/>
            <a:ext cx="41400" cy="194040"/>
          </a:xfrm>
          <a:custGeom>
            <a:avLst/>
            <a:gdLst/>
            <a:ahLst/>
            <a:rect l="0" t="0" r="r" b="b"/>
            <a:pathLst>
              <a:path w="115" h="539">
                <a:moveTo>
                  <a:pt x="0" y="0"/>
                </a:moveTo>
                <a:lnTo>
                  <a:pt x="115" y="0"/>
                </a:lnTo>
                <a:lnTo>
                  <a:pt x="115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4113000" y="1965600"/>
            <a:ext cx="0" cy="193680"/>
          </a:xfrm>
          <a:custGeom>
            <a:avLst/>
            <a:gdLst/>
            <a:ahLst/>
            <a:rect l="0" t="0" r="r" b="b"/>
            <a:pathLst>
              <a:path w="0" h="538">
                <a:moveTo>
                  <a:pt x="0" y="0"/>
                </a:move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697320" y="2188080"/>
            <a:ext cx="3225600" cy="198720"/>
          </a:xfrm>
          <a:custGeom>
            <a:avLst/>
            <a:gdLst/>
            <a:ahLst/>
            <a:rect l="0" t="0" r="r" b="b"/>
            <a:pathLst>
              <a:path w="8960" h="552">
                <a:moveTo>
                  <a:pt x="0" y="0"/>
                </a:moveTo>
                <a:lnTo>
                  <a:pt x="8960" y="0"/>
                </a:lnTo>
                <a:lnTo>
                  <a:pt x="8960" y="552"/>
                </a:lnTo>
                <a:lnTo>
                  <a:pt x="0" y="5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697320" y="2193480"/>
            <a:ext cx="3225600" cy="193680"/>
          </a:xfrm>
          <a:custGeom>
            <a:avLst/>
            <a:gdLst/>
            <a:ahLst/>
            <a:rect l="0" t="0" r="r" b="b"/>
            <a:pathLst>
              <a:path w="8960" h="538">
                <a:moveTo>
                  <a:pt x="0" y="0"/>
                </a:moveTo>
                <a:lnTo>
                  <a:pt x="8960" y="0"/>
                </a:lnTo>
                <a:lnTo>
                  <a:pt x="8960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697680" y="1942560"/>
            <a:ext cx="35989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по какому-то определенному параметру, то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3922560" y="2193480"/>
            <a:ext cx="41040" cy="193680"/>
          </a:xfrm>
          <a:custGeom>
            <a:avLst/>
            <a:gdLst/>
            <a:ahLst/>
            <a:rect l="0" t="0" r="r" b="b"/>
            <a:pathLst>
              <a:path w="114" h="538">
                <a:moveTo>
                  <a:pt x="0" y="0"/>
                </a:moveTo>
                <a:lnTo>
                  <a:pt x="114" y="0"/>
                </a:lnTo>
                <a:lnTo>
                  <a:pt x="114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97320" y="2415960"/>
            <a:ext cx="3925440" cy="198360"/>
          </a:xfrm>
          <a:custGeom>
            <a:avLst/>
            <a:gdLst/>
            <a:ahLst/>
            <a:rect l="0" t="0" r="r" b="b"/>
            <a:pathLst>
              <a:path w="10904" h="551">
                <a:moveTo>
                  <a:pt x="0" y="0"/>
                </a:moveTo>
                <a:lnTo>
                  <a:pt x="10904" y="0"/>
                </a:lnTo>
                <a:lnTo>
                  <a:pt x="10904" y="551"/>
                </a:lnTo>
                <a:lnTo>
                  <a:pt x="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697320" y="2421360"/>
            <a:ext cx="3925440" cy="193680"/>
          </a:xfrm>
          <a:custGeom>
            <a:avLst/>
            <a:gdLst/>
            <a:ahLst/>
            <a:rect l="0" t="0" r="r" b="b"/>
            <a:pathLst>
              <a:path w="10904" h="538">
                <a:moveTo>
                  <a:pt x="0" y="0"/>
                </a:moveTo>
                <a:lnTo>
                  <a:pt x="10904" y="0"/>
                </a:lnTo>
                <a:lnTo>
                  <a:pt x="10904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697680" y="2170440"/>
            <a:ext cx="34495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нам необходимо разобраться в причинах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4622400" y="2421360"/>
            <a:ext cx="41400" cy="193680"/>
          </a:xfrm>
          <a:custGeom>
            <a:avLst/>
            <a:gdLst/>
            <a:ahLst/>
            <a:rect l="0" t="0" r="r" b="b"/>
            <a:pathLst>
              <a:path w="115" h="538">
                <a:moveTo>
                  <a:pt x="0" y="0"/>
                </a:moveTo>
                <a:lnTo>
                  <a:pt x="115" y="0"/>
                </a:lnTo>
                <a:lnTo>
                  <a:pt x="115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697320" y="2643840"/>
            <a:ext cx="2232720" cy="198360"/>
          </a:xfrm>
          <a:custGeom>
            <a:avLst/>
            <a:gdLst/>
            <a:ahLst/>
            <a:rect l="0" t="0" r="r" b="b"/>
            <a:pathLst>
              <a:path w="6202" h="551">
                <a:moveTo>
                  <a:pt x="0" y="0"/>
                </a:moveTo>
                <a:lnTo>
                  <a:pt x="6202" y="0"/>
                </a:lnTo>
                <a:lnTo>
                  <a:pt x="6202" y="551"/>
                </a:lnTo>
                <a:lnTo>
                  <a:pt x="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697320" y="2649240"/>
            <a:ext cx="2232720" cy="193680"/>
          </a:xfrm>
          <a:custGeom>
            <a:avLst/>
            <a:gdLst/>
            <a:ahLst/>
            <a:rect l="0" t="0" r="r" b="b"/>
            <a:pathLst>
              <a:path w="6202" h="538">
                <a:moveTo>
                  <a:pt x="0" y="0"/>
                </a:moveTo>
                <a:lnTo>
                  <a:pt x="6202" y="0"/>
                </a:lnTo>
                <a:lnTo>
                  <a:pt x="6202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697680" y="2398320"/>
            <a:ext cx="41842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произошедшего, и здесь нам на помощь приходят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2929680" y="2649240"/>
            <a:ext cx="41400" cy="193680"/>
          </a:xfrm>
          <a:custGeom>
            <a:avLst/>
            <a:gdLst/>
            <a:ahLst/>
            <a:rect l="0" t="0" r="r" b="b"/>
            <a:pathLst>
              <a:path w="115" h="538">
                <a:moveTo>
                  <a:pt x="0" y="0"/>
                </a:moveTo>
                <a:lnTo>
                  <a:pt x="115" y="0"/>
                </a:lnTo>
                <a:lnTo>
                  <a:pt x="115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970720" y="2649240"/>
            <a:ext cx="0" cy="193320"/>
          </a:xfrm>
          <a:custGeom>
            <a:avLst/>
            <a:gdLst/>
            <a:ahLst/>
            <a:rect l="0" t="0" r="r" b="b"/>
            <a:pathLst>
              <a:path w="0" h="537">
                <a:moveTo>
                  <a:pt x="0" y="0"/>
                </a:moveTo>
                <a:lnTo>
                  <a:pt x="0" y="53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697320" y="2877120"/>
            <a:ext cx="0" cy="193320"/>
          </a:xfrm>
          <a:custGeom>
            <a:avLst/>
            <a:gdLst/>
            <a:ahLst/>
            <a:rect l="0" t="0" r="r" b="b"/>
            <a:pathLst>
              <a:path w="0" h="537">
                <a:moveTo>
                  <a:pt x="0" y="0"/>
                </a:moveTo>
                <a:lnTo>
                  <a:pt x="0" y="53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697320" y="3099600"/>
            <a:ext cx="3975480" cy="198360"/>
          </a:xfrm>
          <a:custGeom>
            <a:avLst/>
            <a:gdLst/>
            <a:ahLst/>
            <a:rect l="0" t="0" r="r" b="b"/>
            <a:pathLst>
              <a:path w="11043" h="551">
                <a:moveTo>
                  <a:pt x="0" y="0"/>
                </a:moveTo>
                <a:lnTo>
                  <a:pt x="11043" y="0"/>
                </a:lnTo>
                <a:lnTo>
                  <a:pt x="11043" y="551"/>
                </a:lnTo>
                <a:lnTo>
                  <a:pt x="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697320" y="3105000"/>
            <a:ext cx="3975480" cy="193680"/>
          </a:xfrm>
          <a:custGeom>
            <a:avLst/>
            <a:gdLst/>
            <a:ahLst/>
            <a:rect l="0" t="0" r="r" b="b"/>
            <a:pathLst>
              <a:path w="11043" h="538">
                <a:moveTo>
                  <a:pt x="0" y="0"/>
                </a:moveTo>
                <a:lnTo>
                  <a:pt x="11043" y="0"/>
                </a:lnTo>
                <a:lnTo>
                  <a:pt x="11043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697680" y="2626200"/>
            <a:ext cx="23432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журналы событий сервисов.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4672440" y="3105000"/>
            <a:ext cx="41400" cy="193680"/>
          </a:xfrm>
          <a:custGeom>
            <a:avLst/>
            <a:gdLst/>
            <a:ahLst/>
            <a:rect l="0" t="0" r="r" b="b"/>
            <a:pathLst>
              <a:path w="115" h="538">
                <a:moveTo>
                  <a:pt x="0" y="0"/>
                </a:moveTo>
                <a:lnTo>
                  <a:pt x="115" y="0"/>
                </a:lnTo>
                <a:lnTo>
                  <a:pt x="115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697320" y="3327480"/>
            <a:ext cx="3678480" cy="198360"/>
          </a:xfrm>
          <a:custGeom>
            <a:avLst/>
            <a:gdLst/>
            <a:ahLst/>
            <a:rect l="0" t="0" r="r" b="b"/>
            <a:pathLst>
              <a:path w="10218" h="551">
                <a:moveTo>
                  <a:pt x="0" y="0"/>
                </a:moveTo>
                <a:lnTo>
                  <a:pt x="10218" y="0"/>
                </a:lnTo>
                <a:lnTo>
                  <a:pt x="10218" y="551"/>
                </a:lnTo>
                <a:lnTo>
                  <a:pt x="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697320" y="3332880"/>
            <a:ext cx="3678480" cy="193680"/>
          </a:xfrm>
          <a:custGeom>
            <a:avLst/>
            <a:gdLst/>
            <a:ahLst/>
            <a:rect l="0" t="0" r="r" b="b"/>
            <a:pathLst>
              <a:path w="10218" h="538">
                <a:moveTo>
                  <a:pt x="0" y="0"/>
                </a:moveTo>
                <a:lnTo>
                  <a:pt x="10218" y="0"/>
                </a:lnTo>
                <a:lnTo>
                  <a:pt x="10218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697680" y="3081600"/>
            <a:ext cx="42300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В логах можно найти много полезной информации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4375440" y="3332880"/>
            <a:ext cx="41400" cy="193680"/>
          </a:xfrm>
          <a:custGeom>
            <a:avLst/>
            <a:gdLst/>
            <a:ahLst/>
            <a:rect l="0" t="0" r="r" b="b"/>
            <a:pathLst>
              <a:path w="115" h="538">
                <a:moveTo>
                  <a:pt x="0" y="0"/>
                </a:moveTo>
                <a:lnTo>
                  <a:pt x="115" y="0"/>
                </a:lnTo>
                <a:lnTo>
                  <a:pt x="115" y="538"/>
                </a:lnTo>
                <a:lnTo>
                  <a:pt x="0" y="53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697320" y="3555360"/>
            <a:ext cx="3846600" cy="198360"/>
          </a:xfrm>
          <a:custGeom>
            <a:avLst/>
            <a:gdLst/>
            <a:ahLst/>
            <a:rect l="0" t="0" r="r" b="b"/>
            <a:pathLst>
              <a:path w="10685" h="551">
                <a:moveTo>
                  <a:pt x="0" y="0"/>
                </a:moveTo>
                <a:lnTo>
                  <a:pt x="10685" y="0"/>
                </a:lnTo>
                <a:lnTo>
                  <a:pt x="10685" y="551"/>
                </a:lnTo>
                <a:lnTo>
                  <a:pt x="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697320" y="3560400"/>
            <a:ext cx="3846600" cy="194040"/>
          </a:xfrm>
          <a:custGeom>
            <a:avLst/>
            <a:gdLst/>
            <a:ahLst/>
            <a:rect l="0" t="0" r="r" b="b"/>
            <a:pathLst>
              <a:path w="10685" h="539">
                <a:moveTo>
                  <a:pt x="0" y="0"/>
                </a:moveTo>
                <a:lnTo>
                  <a:pt x="10685" y="0"/>
                </a:lnTo>
                <a:lnTo>
                  <a:pt x="10685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697680" y="3309480"/>
            <a:ext cx="39038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касающейся проблем в работе приложения, по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4543560" y="3560400"/>
            <a:ext cx="41400" cy="194040"/>
          </a:xfrm>
          <a:custGeom>
            <a:avLst/>
            <a:gdLst/>
            <a:ahLst/>
            <a:rect l="0" t="0" r="r" b="b"/>
            <a:pathLst>
              <a:path w="115" h="539">
                <a:moveTo>
                  <a:pt x="0" y="0"/>
                </a:moveTo>
                <a:lnTo>
                  <a:pt x="115" y="0"/>
                </a:lnTo>
                <a:lnTo>
                  <a:pt x="115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697320" y="3782880"/>
            <a:ext cx="3022200" cy="198720"/>
          </a:xfrm>
          <a:custGeom>
            <a:avLst/>
            <a:gdLst/>
            <a:ahLst/>
            <a:rect l="0" t="0" r="r" b="b"/>
            <a:pathLst>
              <a:path w="8395" h="552">
                <a:moveTo>
                  <a:pt x="0" y="0"/>
                </a:moveTo>
                <a:lnTo>
                  <a:pt x="8395" y="0"/>
                </a:lnTo>
                <a:lnTo>
                  <a:pt x="8395" y="552"/>
                </a:lnTo>
                <a:lnTo>
                  <a:pt x="0" y="5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97320" y="3788280"/>
            <a:ext cx="3022200" cy="194040"/>
          </a:xfrm>
          <a:custGeom>
            <a:avLst/>
            <a:gdLst/>
            <a:ahLst/>
            <a:rect l="0" t="0" r="r" b="b"/>
            <a:pathLst>
              <a:path w="8395" h="539">
                <a:moveTo>
                  <a:pt x="0" y="0"/>
                </a:moveTo>
                <a:lnTo>
                  <a:pt x="8395" y="0"/>
                </a:lnTo>
                <a:lnTo>
                  <a:pt x="8395" y="539"/>
                </a:lnTo>
                <a:lnTo>
                  <a:pt x="0" y="5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697680" y="3537360"/>
            <a:ext cx="40759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сути, если событие в принципе логируется, то мы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5234760" y="0"/>
            <a:ext cx="3909240" cy="5143680"/>
          </a:xfrm>
          <a:custGeom>
            <a:avLst/>
            <a:gdLst/>
            <a:ahLst/>
            <a:rect l="0" t="0" r="r" b="b"/>
            <a:pathLst>
              <a:path w="10859" h="14288">
                <a:moveTo>
                  <a:pt x="0" y="0"/>
                </a:moveTo>
                <a:lnTo>
                  <a:pt x="10859" y="0"/>
                </a:lnTo>
                <a:lnTo>
                  <a:pt x="10859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684" name="" descr=""/>
          <p:cNvPicPr/>
          <p:nvPr/>
        </p:nvPicPr>
        <p:blipFill>
          <a:blip r:embed="rId2"/>
          <a:stretch/>
        </p:blipFill>
        <p:spPr>
          <a:xfrm>
            <a:off x="3906360" y="0"/>
            <a:ext cx="7122240" cy="5143320"/>
          </a:xfrm>
          <a:prstGeom prst="rect">
            <a:avLst/>
          </a:prstGeom>
          <a:ln w="0">
            <a:noFill/>
          </a:ln>
        </p:spPr>
      </p:pic>
      <p:sp>
        <p:nvSpPr>
          <p:cNvPr id="685" name=""/>
          <p:cNvSpPr/>
          <p:nvPr/>
        </p:nvSpPr>
        <p:spPr>
          <a:xfrm>
            <a:off x="611640" y="4496400"/>
            <a:ext cx="4240440" cy="523800"/>
          </a:xfrm>
          <a:custGeom>
            <a:avLst/>
            <a:gdLst/>
            <a:ahLst/>
            <a:rect l="0" t="0" r="r" b="b"/>
            <a:pathLst>
              <a:path w="11779" h="1455">
                <a:moveTo>
                  <a:pt x="0" y="0"/>
                </a:moveTo>
                <a:lnTo>
                  <a:pt x="11779" y="0"/>
                </a:lnTo>
                <a:lnTo>
                  <a:pt x="11779" y="1455"/>
                </a:lnTo>
                <a:lnTo>
                  <a:pt x="0" y="14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697680" y="3765240"/>
            <a:ext cx="31784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333333"/>
                </a:solidFill>
                <a:latin typeface="Roboto"/>
                <a:ea typeface="Roboto"/>
              </a:rPr>
              <a:t>можем его найти и проанализировать.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697320" y="4754520"/>
            <a:ext cx="3641400" cy="163800"/>
          </a:xfrm>
          <a:custGeom>
            <a:avLst/>
            <a:gdLst/>
            <a:ahLst/>
            <a:rect l="0" t="0" r="r" b="b"/>
            <a:pathLst>
              <a:path w="10115" h="455">
                <a:moveTo>
                  <a:pt x="0" y="0"/>
                </a:moveTo>
                <a:lnTo>
                  <a:pt x="10115" y="0"/>
                </a:lnTo>
                <a:lnTo>
                  <a:pt x="10115" y="455"/>
                </a:lnTo>
                <a:lnTo>
                  <a:pt x="0" y="4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697680" y="4567320"/>
            <a:ext cx="20520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13d85"/>
                </a:solidFill>
                <a:latin typeface="Roboto"/>
                <a:ea typeface="Roboto"/>
              </a:rPr>
              <a:t>ссылка на источник кегль 11: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4338360" y="4754520"/>
            <a:ext cx="0" cy="163440"/>
          </a:xfrm>
          <a:custGeom>
            <a:avLst/>
            <a:gdLst/>
            <a:ahLst/>
            <a:rect l="0" t="0" r="r" b="b"/>
            <a:pathLst>
              <a:path w="0" h="454">
                <a:moveTo>
                  <a:pt x="0" y="0"/>
                </a:moveTo>
                <a:lnTo>
                  <a:pt x="0" y="45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697320" y="4893120"/>
            <a:ext cx="3641400" cy="12960"/>
          </a:xfrm>
          <a:custGeom>
            <a:avLst/>
            <a:gdLst/>
            <a:ahLst/>
            <a:rect l="0" t="0" r="r" b="b"/>
            <a:pathLst>
              <a:path w="10115" h="36">
                <a:moveTo>
                  <a:pt x="0" y="0"/>
                </a:moveTo>
                <a:lnTo>
                  <a:pt x="10115" y="0"/>
                </a:lnTo>
                <a:lnTo>
                  <a:pt x="10115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8b8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697680" y="4734720"/>
            <a:ext cx="37969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8b8ee3"/>
                </a:solidFill>
                <a:latin typeface="Roboto"/>
                <a:ea typeface="Roboto"/>
              </a:rPr>
              <a:t>https://habr.com/ru/companies/rosatom/articles/841842/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69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94" name=""/>
          <p:cNvSpPr/>
          <p:nvPr/>
        </p:nvSpPr>
        <p:spPr>
          <a:xfrm>
            <a:off x="5501160" y="552600"/>
            <a:ext cx="3352320" cy="3343320"/>
          </a:xfrm>
          <a:custGeom>
            <a:avLst/>
            <a:gdLst/>
            <a:ahLst/>
            <a:rect l="0" t="0" r="r" b="b"/>
            <a:pathLst>
              <a:path w="9312" h="9287">
                <a:moveTo>
                  <a:pt x="0" y="0"/>
                </a:moveTo>
                <a:lnTo>
                  <a:pt x="9312" y="0"/>
                </a:lnTo>
                <a:lnTo>
                  <a:pt x="9312" y="9287"/>
                </a:lnTo>
                <a:lnTo>
                  <a:pt x="0" y="928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5723640" y="638280"/>
            <a:ext cx="2530080" cy="183240"/>
          </a:xfrm>
          <a:custGeom>
            <a:avLst/>
            <a:gdLst/>
            <a:ahLst/>
            <a:rect l="0" t="0" r="r" b="b"/>
            <a:pathLst>
              <a:path w="7028" h="509">
                <a:moveTo>
                  <a:pt x="0" y="0"/>
                </a:moveTo>
                <a:lnTo>
                  <a:pt x="7028" y="0"/>
                </a:lnTo>
                <a:lnTo>
                  <a:pt x="7028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6044040" y="642960"/>
            <a:ext cx="2209680" cy="179280"/>
          </a:xfrm>
          <a:custGeom>
            <a:avLst/>
            <a:gdLst/>
            <a:ahLst/>
            <a:rect l="0" t="0" r="r" b="b"/>
            <a:pathLst>
              <a:path w="6138" h="498">
                <a:moveTo>
                  <a:pt x="0" y="0"/>
                </a:moveTo>
                <a:lnTo>
                  <a:pt x="6138" y="0"/>
                </a:lnTo>
                <a:lnTo>
                  <a:pt x="6138" y="498"/>
                </a:lnTo>
                <a:lnTo>
                  <a:pt x="0" y="4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5723640" y="6469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Arial"/>
                <a:ea typeface="Arial"/>
              </a:rPr>
              <a:t>●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8253360" y="642960"/>
            <a:ext cx="38160" cy="179280"/>
          </a:xfrm>
          <a:custGeom>
            <a:avLst/>
            <a:gdLst/>
            <a:ahLst/>
            <a:rect l="0" t="0" r="r" b="b"/>
            <a:pathLst>
              <a:path w="106" h="498">
                <a:moveTo>
                  <a:pt x="0" y="0"/>
                </a:moveTo>
                <a:lnTo>
                  <a:pt x="106" y="0"/>
                </a:lnTo>
                <a:lnTo>
                  <a:pt x="106" y="498"/>
                </a:lnTo>
                <a:lnTo>
                  <a:pt x="0" y="4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6044040" y="848520"/>
            <a:ext cx="1888920" cy="183240"/>
          </a:xfrm>
          <a:custGeom>
            <a:avLst/>
            <a:gdLst/>
            <a:ahLst/>
            <a:rect l="0" t="0" r="r" b="b"/>
            <a:pathLst>
              <a:path w="5247" h="509">
                <a:moveTo>
                  <a:pt x="0" y="0"/>
                </a:moveTo>
                <a:lnTo>
                  <a:pt x="5247" y="0"/>
                </a:lnTo>
                <a:lnTo>
                  <a:pt x="5247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6044040" y="853560"/>
            <a:ext cx="1888920" cy="178920"/>
          </a:xfrm>
          <a:custGeom>
            <a:avLst/>
            <a:gdLst/>
            <a:ahLst/>
            <a:rect l="0" t="0" r="r" b="b"/>
            <a:pathLst>
              <a:path w="5247" h="497">
                <a:moveTo>
                  <a:pt x="0" y="0"/>
                </a:moveTo>
                <a:lnTo>
                  <a:pt x="5247" y="0"/>
                </a:lnTo>
                <a:lnTo>
                  <a:pt x="5247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6044400" y="621720"/>
            <a:ext cx="2355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В случае, если мы обнаружили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7932600" y="85356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6044040" y="1058760"/>
            <a:ext cx="1953720" cy="183240"/>
          </a:xfrm>
          <a:custGeom>
            <a:avLst/>
            <a:gdLst/>
            <a:ahLst/>
            <a:rect l="0" t="0" r="r" b="b"/>
            <a:pathLst>
              <a:path w="5427" h="509">
                <a:moveTo>
                  <a:pt x="0" y="0"/>
                </a:moveTo>
                <a:lnTo>
                  <a:pt x="5427" y="0"/>
                </a:lnTo>
                <a:lnTo>
                  <a:pt x="5427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6044040" y="1063800"/>
            <a:ext cx="1953720" cy="178920"/>
          </a:xfrm>
          <a:custGeom>
            <a:avLst/>
            <a:gdLst/>
            <a:ahLst/>
            <a:rect l="0" t="0" r="r" b="b"/>
            <a:pathLst>
              <a:path w="5427" h="497">
                <a:moveTo>
                  <a:pt x="0" y="0"/>
                </a:moveTo>
                <a:lnTo>
                  <a:pt x="5427" y="0"/>
                </a:lnTo>
                <a:lnTo>
                  <a:pt x="5427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6044400" y="831960"/>
            <a:ext cx="2035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превышение по какому-то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7997400" y="106380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8035200" y="1063800"/>
            <a:ext cx="0" cy="178560"/>
          </a:xfrm>
          <a:custGeom>
            <a:avLst/>
            <a:gdLst/>
            <a:ahLst/>
            <a:rect l="0" t="0" r="r" b="b"/>
            <a:pathLst>
              <a:path w="0" h="496">
                <a:moveTo>
                  <a:pt x="0" y="0"/>
                </a:moveTo>
                <a:lnTo>
                  <a:pt x="0" y="49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6044040" y="1269000"/>
            <a:ext cx="2331720" cy="183240"/>
          </a:xfrm>
          <a:custGeom>
            <a:avLst/>
            <a:gdLst/>
            <a:ahLst/>
            <a:rect l="0" t="0" r="r" b="b"/>
            <a:pathLst>
              <a:path w="6477" h="509">
                <a:moveTo>
                  <a:pt x="0" y="0"/>
                </a:moveTo>
                <a:lnTo>
                  <a:pt x="6477" y="0"/>
                </a:lnTo>
                <a:lnTo>
                  <a:pt x="6477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6044040" y="1274040"/>
            <a:ext cx="2331720" cy="178920"/>
          </a:xfrm>
          <a:custGeom>
            <a:avLst/>
            <a:gdLst/>
            <a:ahLst/>
            <a:rect l="0" t="0" r="r" b="b"/>
            <a:pathLst>
              <a:path w="6477" h="497">
                <a:moveTo>
                  <a:pt x="0" y="0"/>
                </a:moveTo>
                <a:lnTo>
                  <a:pt x="6477" y="0"/>
                </a:lnTo>
                <a:lnTo>
                  <a:pt x="6477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6044400" y="1042560"/>
            <a:ext cx="2117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определенному параметру,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8375400" y="127404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8413200" y="1274040"/>
            <a:ext cx="0" cy="178560"/>
          </a:xfrm>
          <a:custGeom>
            <a:avLst/>
            <a:gdLst/>
            <a:ahLst/>
            <a:rect l="0" t="0" r="r" b="b"/>
            <a:pathLst>
              <a:path w="0" h="496">
                <a:moveTo>
                  <a:pt x="0" y="0"/>
                </a:moveTo>
                <a:lnTo>
                  <a:pt x="0" y="49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6044040" y="1479600"/>
            <a:ext cx="2034360" cy="183240"/>
          </a:xfrm>
          <a:custGeom>
            <a:avLst/>
            <a:gdLst/>
            <a:ahLst/>
            <a:rect l="0" t="0" r="r" b="b"/>
            <a:pathLst>
              <a:path w="5651" h="509">
                <a:moveTo>
                  <a:pt x="0" y="0"/>
                </a:moveTo>
                <a:lnTo>
                  <a:pt x="5651" y="0"/>
                </a:lnTo>
                <a:lnTo>
                  <a:pt x="5651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6044040" y="1484280"/>
            <a:ext cx="2034360" cy="178920"/>
          </a:xfrm>
          <a:custGeom>
            <a:avLst/>
            <a:gdLst/>
            <a:ahLst/>
            <a:rect l="0" t="0" r="r" b="b"/>
            <a:pathLst>
              <a:path w="5651" h="497">
                <a:moveTo>
                  <a:pt x="0" y="0"/>
                </a:moveTo>
                <a:lnTo>
                  <a:pt x="5651" y="0"/>
                </a:lnTo>
                <a:lnTo>
                  <a:pt x="5651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6044400" y="1252800"/>
            <a:ext cx="2489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то нам необходимо разобраться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8078040" y="148428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8115840" y="1484280"/>
            <a:ext cx="0" cy="178560"/>
          </a:xfrm>
          <a:custGeom>
            <a:avLst/>
            <a:gdLst/>
            <a:ahLst/>
            <a:rect l="0" t="0" r="r" b="b"/>
            <a:pathLst>
              <a:path w="0" h="496">
                <a:moveTo>
                  <a:pt x="0" y="0"/>
                </a:moveTo>
                <a:lnTo>
                  <a:pt x="0" y="49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6044040" y="1689840"/>
            <a:ext cx="1690560" cy="183240"/>
          </a:xfrm>
          <a:custGeom>
            <a:avLst/>
            <a:gdLst/>
            <a:ahLst/>
            <a:rect l="0" t="0" r="r" b="b"/>
            <a:pathLst>
              <a:path w="4696" h="509">
                <a:moveTo>
                  <a:pt x="0" y="0"/>
                </a:moveTo>
                <a:lnTo>
                  <a:pt x="4696" y="0"/>
                </a:lnTo>
                <a:lnTo>
                  <a:pt x="4696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6044040" y="1694520"/>
            <a:ext cx="1690560" cy="179280"/>
          </a:xfrm>
          <a:custGeom>
            <a:avLst/>
            <a:gdLst/>
            <a:ahLst/>
            <a:rect l="0" t="0" r="r" b="b"/>
            <a:pathLst>
              <a:path w="4696" h="498">
                <a:moveTo>
                  <a:pt x="0" y="0"/>
                </a:moveTo>
                <a:lnTo>
                  <a:pt x="4696" y="0"/>
                </a:lnTo>
                <a:lnTo>
                  <a:pt x="4696" y="498"/>
                </a:lnTo>
                <a:lnTo>
                  <a:pt x="0" y="4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6044400" y="1463040"/>
            <a:ext cx="2227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в причинах произошедшего,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7734240" y="1694520"/>
            <a:ext cx="38160" cy="179280"/>
          </a:xfrm>
          <a:custGeom>
            <a:avLst/>
            <a:gdLst/>
            <a:ahLst/>
            <a:rect l="0" t="0" r="r" b="b"/>
            <a:pathLst>
              <a:path w="106" h="498">
                <a:moveTo>
                  <a:pt x="0" y="0"/>
                </a:moveTo>
                <a:lnTo>
                  <a:pt x="106" y="0"/>
                </a:lnTo>
                <a:lnTo>
                  <a:pt x="106" y="498"/>
                </a:lnTo>
                <a:lnTo>
                  <a:pt x="0" y="4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7772040" y="1694520"/>
            <a:ext cx="0" cy="178920"/>
          </a:xfrm>
          <a:custGeom>
            <a:avLst/>
            <a:gdLst/>
            <a:ahLst/>
            <a:rect l="0" t="0" r="r" b="b"/>
            <a:pathLst>
              <a:path w="0" h="497">
                <a:moveTo>
                  <a:pt x="0" y="0"/>
                </a:move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6044040" y="1900080"/>
            <a:ext cx="2012400" cy="183240"/>
          </a:xfrm>
          <a:custGeom>
            <a:avLst/>
            <a:gdLst/>
            <a:ahLst/>
            <a:rect l="0" t="0" r="r" b="b"/>
            <a:pathLst>
              <a:path w="5590" h="509">
                <a:moveTo>
                  <a:pt x="0" y="0"/>
                </a:moveTo>
                <a:lnTo>
                  <a:pt x="5590" y="0"/>
                </a:lnTo>
                <a:lnTo>
                  <a:pt x="5590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6044040" y="1905120"/>
            <a:ext cx="2012400" cy="178920"/>
          </a:xfrm>
          <a:custGeom>
            <a:avLst/>
            <a:gdLst/>
            <a:ahLst/>
            <a:rect l="0" t="0" r="r" b="b"/>
            <a:pathLst>
              <a:path w="5590" h="497">
                <a:moveTo>
                  <a:pt x="0" y="0"/>
                </a:moveTo>
                <a:lnTo>
                  <a:pt x="5590" y="0"/>
                </a:lnTo>
                <a:lnTo>
                  <a:pt x="5590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6044400" y="1673280"/>
            <a:ext cx="1809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здесь нам на помощь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8056080" y="190512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6044040" y="2110320"/>
            <a:ext cx="715680" cy="183240"/>
          </a:xfrm>
          <a:custGeom>
            <a:avLst/>
            <a:gdLst/>
            <a:ahLst/>
            <a:rect l="0" t="0" r="r" b="b"/>
            <a:pathLst>
              <a:path w="1988" h="509">
                <a:moveTo>
                  <a:pt x="0" y="0"/>
                </a:moveTo>
                <a:lnTo>
                  <a:pt x="1988" y="0"/>
                </a:lnTo>
                <a:lnTo>
                  <a:pt x="1988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6044040" y="2115360"/>
            <a:ext cx="715680" cy="178920"/>
          </a:xfrm>
          <a:custGeom>
            <a:avLst/>
            <a:gdLst/>
            <a:ahLst/>
            <a:rect l="0" t="0" r="r" b="b"/>
            <a:pathLst>
              <a:path w="1988" h="497">
                <a:moveTo>
                  <a:pt x="0" y="0"/>
                </a:moveTo>
                <a:lnTo>
                  <a:pt x="1988" y="0"/>
                </a:lnTo>
                <a:lnTo>
                  <a:pt x="1988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6044400" y="1883520"/>
            <a:ext cx="2143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приходят журналы событий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6759360" y="211536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6797160" y="2115360"/>
            <a:ext cx="0" cy="178560"/>
          </a:xfrm>
          <a:custGeom>
            <a:avLst/>
            <a:gdLst/>
            <a:ahLst/>
            <a:rect l="0" t="0" r="r" b="b"/>
            <a:pathLst>
              <a:path w="0" h="496">
                <a:moveTo>
                  <a:pt x="0" y="0"/>
                </a:moveTo>
                <a:lnTo>
                  <a:pt x="0" y="49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6044040" y="2325600"/>
            <a:ext cx="0" cy="178560"/>
          </a:xfrm>
          <a:custGeom>
            <a:avLst/>
            <a:gdLst/>
            <a:ahLst/>
            <a:rect l="0" t="0" r="r" b="b"/>
            <a:pathLst>
              <a:path w="0" h="496">
                <a:moveTo>
                  <a:pt x="0" y="0"/>
                </a:moveTo>
                <a:lnTo>
                  <a:pt x="0" y="49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5723640" y="2531160"/>
            <a:ext cx="3032280" cy="183240"/>
          </a:xfrm>
          <a:custGeom>
            <a:avLst/>
            <a:gdLst/>
            <a:ahLst/>
            <a:rect l="0" t="0" r="r" b="b"/>
            <a:pathLst>
              <a:path w="8423" h="509">
                <a:moveTo>
                  <a:pt x="0" y="0"/>
                </a:moveTo>
                <a:lnTo>
                  <a:pt x="8423" y="0"/>
                </a:lnTo>
                <a:lnTo>
                  <a:pt x="8423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6044400" y="2094120"/>
            <a:ext cx="771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сервисов.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6044040" y="2535840"/>
            <a:ext cx="2711880" cy="178920"/>
          </a:xfrm>
          <a:custGeom>
            <a:avLst/>
            <a:gdLst/>
            <a:ahLst/>
            <a:rect l="0" t="0" r="r" b="b"/>
            <a:pathLst>
              <a:path w="7533" h="497">
                <a:moveTo>
                  <a:pt x="0" y="0"/>
                </a:moveTo>
                <a:lnTo>
                  <a:pt x="7533" y="0"/>
                </a:lnTo>
                <a:lnTo>
                  <a:pt x="7533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5723640" y="253944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Arial"/>
                <a:ea typeface="Arial"/>
              </a:rPr>
              <a:t>●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8755560" y="253584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6044040" y="2741400"/>
            <a:ext cx="2535480" cy="183240"/>
          </a:xfrm>
          <a:custGeom>
            <a:avLst/>
            <a:gdLst/>
            <a:ahLst/>
            <a:rect l="0" t="0" r="r" b="b"/>
            <a:pathLst>
              <a:path w="7043" h="509">
                <a:moveTo>
                  <a:pt x="0" y="0"/>
                </a:moveTo>
                <a:lnTo>
                  <a:pt x="7043" y="0"/>
                </a:lnTo>
                <a:lnTo>
                  <a:pt x="7043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6044040" y="2746080"/>
            <a:ext cx="2535480" cy="179280"/>
          </a:xfrm>
          <a:custGeom>
            <a:avLst/>
            <a:gdLst/>
            <a:ahLst/>
            <a:rect l="0" t="0" r="r" b="b"/>
            <a:pathLst>
              <a:path w="7043" h="498">
                <a:moveTo>
                  <a:pt x="0" y="0"/>
                </a:moveTo>
                <a:lnTo>
                  <a:pt x="7043" y="0"/>
                </a:lnTo>
                <a:lnTo>
                  <a:pt x="7043" y="498"/>
                </a:lnTo>
                <a:lnTo>
                  <a:pt x="0" y="4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6044400" y="2514600"/>
            <a:ext cx="2894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В логах можно найти много полезной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8579160" y="2746080"/>
            <a:ext cx="38160" cy="179280"/>
          </a:xfrm>
          <a:custGeom>
            <a:avLst/>
            <a:gdLst/>
            <a:ahLst/>
            <a:rect l="0" t="0" r="r" b="b"/>
            <a:pathLst>
              <a:path w="106" h="498">
                <a:moveTo>
                  <a:pt x="0" y="0"/>
                </a:moveTo>
                <a:lnTo>
                  <a:pt x="106" y="0"/>
                </a:lnTo>
                <a:lnTo>
                  <a:pt x="106" y="498"/>
                </a:lnTo>
                <a:lnTo>
                  <a:pt x="0" y="4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8616960" y="2746080"/>
            <a:ext cx="0" cy="178920"/>
          </a:xfrm>
          <a:custGeom>
            <a:avLst/>
            <a:gdLst/>
            <a:ahLst/>
            <a:rect l="0" t="0" r="r" b="b"/>
            <a:pathLst>
              <a:path w="0" h="497">
                <a:moveTo>
                  <a:pt x="0" y="0"/>
                </a:move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6044040" y="2951640"/>
            <a:ext cx="2538000" cy="183240"/>
          </a:xfrm>
          <a:custGeom>
            <a:avLst/>
            <a:gdLst/>
            <a:ahLst/>
            <a:rect l="0" t="0" r="r" b="b"/>
            <a:pathLst>
              <a:path w="7050" h="509">
                <a:moveTo>
                  <a:pt x="0" y="0"/>
                </a:moveTo>
                <a:lnTo>
                  <a:pt x="7050" y="0"/>
                </a:lnTo>
                <a:lnTo>
                  <a:pt x="7050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6044040" y="2956680"/>
            <a:ext cx="2538000" cy="178920"/>
          </a:xfrm>
          <a:custGeom>
            <a:avLst/>
            <a:gdLst/>
            <a:ahLst/>
            <a:rect l="0" t="0" r="r" b="b"/>
            <a:pathLst>
              <a:path w="7050" h="497">
                <a:moveTo>
                  <a:pt x="0" y="0"/>
                </a:moveTo>
                <a:lnTo>
                  <a:pt x="7050" y="0"/>
                </a:lnTo>
                <a:lnTo>
                  <a:pt x="7050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6044400" y="2724840"/>
            <a:ext cx="2695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информации касающейся проблем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8581680" y="295668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6044040" y="3161880"/>
            <a:ext cx="2527200" cy="183240"/>
          </a:xfrm>
          <a:custGeom>
            <a:avLst/>
            <a:gdLst/>
            <a:ahLst/>
            <a:rect l="0" t="0" r="r" b="b"/>
            <a:pathLst>
              <a:path w="7020" h="509">
                <a:moveTo>
                  <a:pt x="0" y="0"/>
                </a:moveTo>
                <a:lnTo>
                  <a:pt x="7020" y="0"/>
                </a:lnTo>
                <a:lnTo>
                  <a:pt x="7020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6044040" y="3166920"/>
            <a:ext cx="2527200" cy="178920"/>
          </a:xfrm>
          <a:custGeom>
            <a:avLst/>
            <a:gdLst/>
            <a:ahLst/>
            <a:rect l="0" t="0" r="r" b="b"/>
            <a:pathLst>
              <a:path w="7020" h="497">
                <a:moveTo>
                  <a:pt x="0" y="0"/>
                </a:moveTo>
                <a:lnTo>
                  <a:pt x="7020" y="0"/>
                </a:lnTo>
                <a:lnTo>
                  <a:pt x="7020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6044400" y="2935080"/>
            <a:ext cx="2730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в работе приложения, по сути, если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8570880" y="316692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6044040" y="3372120"/>
            <a:ext cx="1503000" cy="183240"/>
          </a:xfrm>
          <a:custGeom>
            <a:avLst/>
            <a:gdLst/>
            <a:ahLst/>
            <a:rect l="0" t="0" r="r" b="b"/>
            <a:pathLst>
              <a:path w="4175" h="509">
                <a:moveTo>
                  <a:pt x="0" y="0"/>
                </a:moveTo>
                <a:lnTo>
                  <a:pt x="4175" y="0"/>
                </a:lnTo>
                <a:lnTo>
                  <a:pt x="4175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6044040" y="3377160"/>
            <a:ext cx="1503000" cy="178920"/>
          </a:xfrm>
          <a:custGeom>
            <a:avLst/>
            <a:gdLst/>
            <a:ahLst/>
            <a:rect l="0" t="0" r="r" b="b"/>
            <a:pathLst>
              <a:path w="4175" h="497">
                <a:moveTo>
                  <a:pt x="0" y="0"/>
                </a:moveTo>
                <a:lnTo>
                  <a:pt x="4175" y="0"/>
                </a:lnTo>
                <a:lnTo>
                  <a:pt x="4175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6044400" y="3145680"/>
            <a:ext cx="2715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событие в принципе логируется, то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7546680" y="3377160"/>
            <a:ext cx="38160" cy="178920"/>
          </a:xfrm>
          <a:custGeom>
            <a:avLst/>
            <a:gdLst/>
            <a:ahLst/>
            <a:rect l="0" t="0" r="r" b="b"/>
            <a:pathLst>
              <a:path w="106" h="497">
                <a:moveTo>
                  <a:pt x="0" y="0"/>
                </a:moveTo>
                <a:lnTo>
                  <a:pt x="106" y="0"/>
                </a:lnTo>
                <a:lnTo>
                  <a:pt x="106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7584480" y="3377160"/>
            <a:ext cx="0" cy="178560"/>
          </a:xfrm>
          <a:custGeom>
            <a:avLst/>
            <a:gdLst/>
            <a:ahLst/>
            <a:rect l="0" t="0" r="r" b="b"/>
            <a:pathLst>
              <a:path w="0" h="496">
                <a:moveTo>
                  <a:pt x="0" y="0"/>
                </a:moveTo>
                <a:lnTo>
                  <a:pt x="0" y="49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6044040" y="3582720"/>
            <a:ext cx="1519200" cy="183240"/>
          </a:xfrm>
          <a:custGeom>
            <a:avLst/>
            <a:gdLst/>
            <a:ahLst/>
            <a:rect l="0" t="0" r="r" b="b"/>
            <a:pathLst>
              <a:path w="4220" h="509">
                <a:moveTo>
                  <a:pt x="0" y="0"/>
                </a:moveTo>
                <a:lnTo>
                  <a:pt x="4220" y="0"/>
                </a:lnTo>
                <a:lnTo>
                  <a:pt x="4220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6044040" y="3587400"/>
            <a:ext cx="1519200" cy="178920"/>
          </a:xfrm>
          <a:custGeom>
            <a:avLst/>
            <a:gdLst/>
            <a:ahLst/>
            <a:rect l="0" t="0" r="r" b="b"/>
            <a:pathLst>
              <a:path w="4220" h="497">
                <a:moveTo>
                  <a:pt x="0" y="0"/>
                </a:moveTo>
                <a:lnTo>
                  <a:pt x="4220" y="0"/>
                </a:lnTo>
                <a:lnTo>
                  <a:pt x="4220" y="497"/>
                </a:lnTo>
                <a:lnTo>
                  <a:pt x="0" y="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6044400" y="3355920"/>
            <a:ext cx="1605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мы можем его найти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-74880" y="0"/>
            <a:ext cx="5344200" cy="5143680"/>
          </a:xfrm>
          <a:custGeom>
            <a:avLst/>
            <a:gdLst/>
            <a:ahLst/>
            <a:rect l="0" t="0" r="r" b="b"/>
            <a:pathLst>
              <a:path w="14845" h="14288">
                <a:moveTo>
                  <a:pt x="0" y="0"/>
                </a:moveTo>
                <a:lnTo>
                  <a:pt x="14845" y="0"/>
                </a:lnTo>
                <a:lnTo>
                  <a:pt x="14845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760" name="" descr=""/>
          <p:cNvPicPr/>
          <p:nvPr/>
        </p:nvPicPr>
        <p:blipFill>
          <a:blip r:embed="rId2"/>
          <a:stretch/>
        </p:blipFill>
        <p:spPr>
          <a:xfrm>
            <a:off x="-1260720" y="0"/>
            <a:ext cx="7122240" cy="5143320"/>
          </a:xfrm>
          <a:prstGeom prst="rect">
            <a:avLst/>
          </a:prstGeom>
          <a:ln w="0">
            <a:noFill/>
          </a:ln>
        </p:spPr>
      </p:pic>
      <p:sp>
        <p:nvSpPr>
          <p:cNvPr id="761" name=""/>
          <p:cNvSpPr/>
          <p:nvPr/>
        </p:nvSpPr>
        <p:spPr>
          <a:xfrm>
            <a:off x="5835960" y="4258080"/>
            <a:ext cx="3162240" cy="693000"/>
          </a:xfrm>
          <a:custGeom>
            <a:avLst/>
            <a:gdLst/>
            <a:ahLst/>
            <a:rect l="0" t="0" r="r" b="b"/>
            <a:pathLst>
              <a:path w="8784" h="1925">
                <a:moveTo>
                  <a:pt x="0" y="0"/>
                </a:moveTo>
                <a:lnTo>
                  <a:pt x="8784" y="0"/>
                </a:lnTo>
                <a:lnTo>
                  <a:pt x="8784" y="1925"/>
                </a:lnTo>
                <a:lnTo>
                  <a:pt x="0" y="192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6044400" y="3566160"/>
            <a:ext cx="1608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проанализировать.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5921640" y="4515840"/>
            <a:ext cx="2909160" cy="164160"/>
          </a:xfrm>
          <a:custGeom>
            <a:avLst/>
            <a:gdLst/>
            <a:ahLst/>
            <a:rect l="0" t="0" r="r" b="b"/>
            <a:pathLst>
              <a:path w="8081" h="456">
                <a:moveTo>
                  <a:pt x="0" y="0"/>
                </a:moveTo>
                <a:lnTo>
                  <a:pt x="8081" y="0"/>
                </a:lnTo>
                <a:lnTo>
                  <a:pt x="8081" y="456"/>
                </a:lnTo>
                <a:lnTo>
                  <a:pt x="0" y="45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5922000" y="4328640"/>
            <a:ext cx="20520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013d85"/>
                </a:solidFill>
                <a:latin typeface="Roboto"/>
                <a:ea typeface="Roboto"/>
              </a:rPr>
              <a:t>ссылка на источник кегль 11: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5921640" y="4654440"/>
            <a:ext cx="2909160" cy="12960"/>
          </a:xfrm>
          <a:custGeom>
            <a:avLst/>
            <a:gdLst/>
            <a:ahLst/>
            <a:rect l="0" t="0" r="r" b="b"/>
            <a:pathLst>
              <a:path w="8081" h="36">
                <a:moveTo>
                  <a:pt x="0" y="0"/>
                </a:moveTo>
                <a:lnTo>
                  <a:pt x="8081" y="0"/>
                </a:lnTo>
                <a:lnTo>
                  <a:pt x="8081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8b8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5921640" y="4683600"/>
            <a:ext cx="732240" cy="163800"/>
          </a:xfrm>
          <a:custGeom>
            <a:avLst/>
            <a:gdLst/>
            <a:ahLst/>
            <a:rect l="0" t="0" r="r" b="b"/>
            <a:pathLst>
              <a:path w="2034" h="455">
                <a:moveTo>
                  <a:pt x="0" y="0"/>
                </a:moveTo>
                <a:lnTo>
                  <a:pt x="2034" y="0"/>
                </a:lnTo>
                <a:lnTo>
                  <a:pt x="2034" y="455"/>
                </a:lnTo>
                <a:lnTo>
                  <a:pt x="0" y="4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5922000" y="4496400"/>
            <a:ext cx="3065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8b8ee3"/>
                </a:solidFill>
                <a:latin typeface="Roboto"/>
                <a:ea typeface="Roboto"/>
              </a:rPr>
              <a:t>https://habr.com/ru/companies/rosatom/articl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653520" y="4683600"/>
            <a:ext cx="0" cy="163440"/>
          </a:xfrm>
          <a:custGeom>
            <a:avLst/>
            <a:gdLst/>
            <a:ahLst/>
            <a:rect l="0" t="0" r="r" b="b"/>
            <a:pathLst>
              <a:path w="0" h="454">
                <a:moveTo>
                  <a:pt x="0" y="0"/>
                </a:moveTo>
                <a:lnTo>
                  <a:pt x="0" y="45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5921640" y="4822200"/>
            <a:ext cx="732240" cy="12960"/>
          </a:xfrm>
          <a:custGeom>
            <a:avLst/>
            <a:gdLst/>
            <a:ahLst/>
            <a:rect l="0" t="0" r="r" b="b"/>
            <a:pathLst>
              <a:path w="2034" h="36">
                <a:moveTo>
                  <a:pt x="0" y="0"/>
                </a:moveTo>
                <a:lnTo>
                  <a:pt x="2034" y="0"/>
                </a:lnTo>
                <a:lnTo>
                  <a:pt x="2034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8b8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5922000" y="4663800"/>
            <a:ext cx="7322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8b8ee3"/>
                </a:solidFill>
                <a:latin typeface="Roboto"/>
                <a:ea typeface="Roboto"/>
              </a:rPr>
              <a:t>es/841842/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630360" y="1717200"/>
            <a:ext cx="3906720" cy="1708920"/>
          </a:xfrm>
          <a:custGeom>
            <a:avLst/>
            <a:gdLst/>
            <a:ahLst/>
            <a:rect l="0" t="0" r="r" b="b"/>
            <a:pathLst>
              <a:path w="10852" h="4747">
                <a:moveTo>
                  <a:pt x="0" y="0"/>
                </a:moveTo>
                <a:lnTo>
                  <a:pt x="10852" y="0"/>
                </a:lnTo>
                <a:lnTo>
                  <a:pt x="10852" y="4747"/>
                </a:lnTo>
                <a:lnTo>
                  <a:pt x="0" y="474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716400" y="1757520"/>
            <a:ext cx="347256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300" spc="-1" strike="noStrike">
                <a:solidFill>
                  <a:srgbClr val="000000"/>
                </a:solidFill>
                <a:latin typeface="Roboto"/>
                <a:ea typeface="Roboto"/>
              </a:rPr>
              <a:t>Главная мысль 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716400" y="2260440"/>
            <a:ext cx="325764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300" spc="-1" strike="noStrike">
                <a:solidFill>
                  <a:srgbClr val="000000"/>
                </a:solidFill>
                <a:latin typeface="Roboto"/>
                <a:ea typeface="Roboto"/>
              </a:rPr>
              <a:t>слайда, тезис, 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4151520" y="163080"/>
            <a:ext cx="5144040" cy="5144040"/>
          </a:xfrm>
          <a:custGeom>
            <a:avLst/>
            <a:gdLst/>
            <a:ahLst/>
            <a:rect l="0" t="0" r="r" b="b"/>
            <a:pathLst>
              <a:path w="14289" h="14289">
                <a:moveTo>
                  <a:pt x="0" y="0"/>
                </a:moveTo>
                <a:lnTo>
                  <a:pt x="14289" y="0"/>
                </a:lnTo>
                <a:lnTo>
                  <a:pt x="14289" y="14289"/>
                </a:lnTo>
                <a:lnTo>
                  <a:pt x="0" y="1428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776" name="" descr=""/>
          <p:cNvPicPr/>
          <p:nvPr/>
        </p:nvPicPr>
        <p:blipFill>
          <a:blip r:embed="rId1"/>
          <a:stretch/>
        </p:blipFill>
        <p:spPr>
          <a:xfrm>
            <a:off x="4151880" y="163440"/>
            <a:ext cx="5143320" cy="5143320"/>
          </a:xfrm>
          <a:prstGeom prst="rect">
            <a:avLst/>
          </a:prstGeom>
          <a:ln w="0">
            <a:noFill/>
          </a:ln>
        </p:spPr>
      </p:pic>
      <p:sp>
        <p:nvSpPr>
          <p:cNvPr id="777" name=""/>
          <p:cNvSpPr txBox="1"/>
          <p:nvPr/>
        </p:nvSpPr>
        <p:spPr>
          <a:xfrm>
            <a:off x="716400" y="2763360"/>
            <a:ext cx="291600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300" spc="-1" strike="noStrike">
                <a:solidFill>
                  <a:srgbClr val="000000"/>
                </a:solidFill>
                <a:latin typeface="Roboto"/>
                <a:ea typeface="Roboto"/>
              </a:rPr>
              <a:t>определение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77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80" name=""/>
          <p:cNvSpPr/>
          <p:nvPr/>
        </p:nvSpPr>
        <p:spPr>
          <a:xfrm>
            <a:off x="623160" y="42588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1394280" y="2747520"/>
            <a:ext cx="2159280" cy="1766160"/>
          </a:xfrm>
          <a:custGeom>
            <a:avLst/>
            <a:gdLst/>
            <a:ahLst/>
            <a:rect l="0" t="0" r="r" b="b"/>
            <a:pathLst>
              <a:path w="5998" h="4906">
                <a:moveTo>
                  <a:pt x="0" y="0"/>
                </a:moveTo>
                <a:lnTo>
                  <a:pt x="5998" y="0"/>
                </a:lnTo>
                <a:lnTo>
                  <a:pt x="5998" y="4906"/>
                </a:lnTo>
                <a:lnTo>
                  <a:pt x="0" y="49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709200" y="470160"/>
            <a:ext cx="42238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Слайд с 3 колонками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1479960" y="2815560"/>
            <a:ext cx="1812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Над текстовым полем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1479960" y="3043440"/>
            <a:ext cx="16207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могут быть иконки,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1479960" y="3271320"/>
            <a:ext cx="19134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цифры, иллюстрации –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1479960" y="3499200"/>
            <a:ext cx="1803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всё, на чем вы хотите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1479960" y="3727080"/>
            <a:ext cx="13510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сакцентировать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3670560" y="2747520"/>
            <a:ext cx="2159640" cy="1766160"/>
          </a:xfrm>
          <a:custGeom>
            <a:avLst/>
            <a:gdLst/>
            <a:ahLst/>
            <a:rect l="0" t="0" r="r" b="b"/>
            <a:pathLst>
              <a:path w="5999" h="4906">
                <a:moveTo>
                  <a:pt x="0" y="0"/>
                </a:moveTo>
                <a:lnTo>
                  <a:pt x="5999" y="0"/>
                </a:lnTo>
                <a:lnTo>
                  <a:pt x="5999" y="4906"/>
                </a:lnTo>
                <a:lnTo>
                  <a:pt x="0" y="49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1479960" y="3954960"/>
            <a:ext cx="17611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внимание студентов.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3756600" y="2815560"/>
            <a:ext cx="1812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Над текстовым полем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3756600" y="3043440"/>
            <a:ext cx="16207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могут быть иконки,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3756600" y="3271320"/>
            <a:ext cx="19134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цифры, иллюстрации –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3756600" y="3499200"/>
            <a:ext cx="1803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всё, на чем вы хотите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3756600" y="3727080"/>
            <a:ext cx="13510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сакцентировать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5946840" y="2747520"/>
            <a:ext cx="2159640" cy="1766160"/>
          </a:xfrm>
          <a:custGeom>
            <a:avLst/>
            <a:gdLst/>
            <a:ahLst/>
            <a:rect l="0" t="0" r="r" b="b"/>
            <a:pathLst>
              <a:path w="5999" h="4906">
                <a:moveTo>
                  <a:pt x="0" y="0"/>
                </a:moveTo>
                <a:lnTo>
                  <a:pt x="5999" y="0"/>
                </a:lnTo>
                <a:lnTo>
                  <a:pt x="5999" y="4906"/>
                </a:lnTo>
                <a:lnTo>
                  <a:pt x="0" y="49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3756600" y="3954960"/>
            <a:ext cx="17611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внимание студентов.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6032880" y="2815560"/>
            <a:ext cx="1812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Над текстовым полем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6032880" y="3043440"/>
            <a:ext cx="16207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могут быть иконки,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6032880" y="3271320"/>
            <a:ext cx="19134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цифры, иллюстрации –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6032880" y="3499200"/>
            <a:ext cx="1803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всё, на чем вы хотите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6032880" y="3727080"/>
            <a:ext cx="13510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сакцентировать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6683760" y="1791720"/>
            <a:ext cx="686160" cy="686160"/>
          </a:xfrm>
          <a:custGeom>
            <a:avLst/>
            <a:gdLst/>
            <a:ahLst/>
            <a:rect l="0" t="0" r="r" b="b"/>
            <a:pathLst>
              <a:path w="1906" h="1906">
                <a:moveTo>
                  <a:pt x="0" y="0"/>
                </a:moveTo>
                <a:lnTo>
                  <a:pt x="1906" y="0"/>
                </a:lnTo>
                <a:lnTo>
                  <a:pt x="1906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03" name="" descr=""/>
          <p:cNvPicPr/>
          <p:nvPr/>
        </p:nvPicPr>
        <p:blipFill>
          <a:blip r:embed="rId2"/>
          <a:stretch/>
        </p:blipFill>
        <p:spPr>
          <a:xfrm>
            <a:off x="6683760" y="179208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804" name=""/>
          <p:cNvSpPr/>
          <p:nvPr/>
        </p:nvSpPr>
        <p:spPr>
          <a:xfrm>
            <a:off x="4228920" y="1791720"/>
            <a:ext cx="686160" cy="686160"/>
          </a:xfrm>
          <a:custGeom>
            <a:avLst/>
            <a:gdLst/>
            <a:ahLst/>
            <a:rect l="0" t="0" r="r" b="b"/>
            <a:pathLst>
              <a:path w="1906" h="1906">
                <a:moveTo>
                  <a:pt x="0" y="0"/>
                </a:moveTo>
                <a:lnTo>
                  <a:pt x="1906" y="0"/>
                </a:lnTo>
                <a:lnTo>
                  <a:pt x="1906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05" name="" descr=""/>
          <p:cNvPicPr/>
          <p:nvPr/>
        </p:nvPicPr>
        <p:blipFill>
          <a:blip r:embed="rId3"/>
          <a:stretch/>
        </p:blipFill>
        <p:spPr>
          <a:xfrm>
            <a:off x="4229280" y="179208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806" name=""/>
          <p:cNvSpPr/>
          <p:nvPr/>
        </p:nvSpPr>
        <p:spPr>
          <a:xfrm>
            <a:off x="1946520" y="1791720"/>
            <a:ext cx="686160" cy="686160"/>
          </a:xfrm>
          <a:custGeom>
            <a:avLst/>
            <a:gdLst/>
            <a:ahLst/>
            <a:rect l="0" t="0" r="r" b="b"/>
            <a:pathLst>
              <a:path w="1906" h="1906">
                <a:moveTo>
                  <a:pt x="0" y="0"/>
                </a:moveTo>
                <a:lnTo>
                  <a:pt x="1906" y="0"/>
                </a:lnTo>
                <a:lnTo>
                  <a:pt x="1906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07" name="" descr=""/>
          <p:cNvPicPr/>
          <p:nvPr/>
        </p:nvPicPr>
        <p:blipFill>
          <a:blip r:embed="rId4"/>
          <a:stretch/>
        </p:blipFill>
        <p:spPr>
          <a:xfrm>
            <a:off x="1946880" y="179208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808" name=""/>
          <p:cNvSpPr txBox="1"/>
          <p:nvPr/>
        </p:nvSpPr>
        <p:spPr>
          <a:xfrm>
            <a:off x="6032880" y="3954960"/>
            <a:ext cx="17611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внимание студентов. 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811" name=""/>
          <p:cNvSpPr/>
          <p:nvPr/>
        </p:nvSpPr>
        <p:spPr>
          <a:xfrm>
            <a:off x="600120" y="438480"/>
            <a:ext cx="6652800" cy="1096200"/>
          </a:xfrm>
          <a:custGeom>
            <a:avLst/>
            <a:gdLst/>
            <a:ahLst/>
            <a:rect l="0" t="0" r="r" b="b"/>
            <a:pathLst>
              <a:path w="18480" h="3045">
                <a:moveTo>
                  <a:pt x="0" y="0"/>
                </a:moveTo>
                <a:lnTo>
                  <a:pt x="18480" y="0"/>
                </a:lnTo>
                <a:lnTo>
                  <a:pt x="18480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12" name="" descr=""/>
          <p:cNvPicPr/>
          <p:nvPr/>
        </p:nvPicPr>
        <p:blipFill>
          <a:blip r:embed="rId2"/>
          <a:stretch/>
        </p:blipFill>
        <p:spPr>
          <a:xfrm>
            <a:off x="858240" y="1469880"/>
            <a:ext cx="2452320" cy="3329280"/>
          </a:xfrm>
          <a:prstGeom prst="rect">
            <a:avLst/>
          </a:prstGeom>
          <a:ln w="0">
            <a:noFill/>
          </a:ln>
        </p:spPr>
      </p:pic>
      <p:sp>
        <p:nvSpPr>
          <p:cNvPr id="813" name=""/>
          <p:cNvSpPr/>
          <p:nvPr/>
        </p:nvSpPr>
        <p:spPr>
          <a:xfrm>
            <a:off x="915120" y="1507680"/>
            <a:ext cx="2338920" cy="3215880"/>
          </a:xfrm>
          <a:custGeom>
            <a:avLst/>
            <a:gdLst/>
            <a:ahLst/>
            <a:rect l="0" t="0" r="r" b="b"/>
            <a:pathLst>
              <a:path w="6497" h="8933">
                <a:moveTo>
                  <a:pt x="0" y="1084"/>
                </a:moveTo>
                <a:cubicBezTo>
                  <a:pt x="0" y="486"/>
                  <a:pt x="485" y="0"/>
                  <a:pt x="1084" y="0"/>
                </a:cubicBezTo>
                <a:lnTo>
                  <a:pt x="5414" y="0"/>
                </a:lnTo>
                <a:cubicBezTo>
                  <a:pt x="5701" y="0"/>
                  <a:pt x="5977" y="114"/>
                  <a:pt x="6180" y="318"/>
                </a:cubicBezTo>
                <a:cubicBezTo>
                  <a:pt x="6383" y="521"/>
                  <a:pt x="6497" y="797"/>
                  <a:pt x="6497" y="1084"/>
                </a:cubicBezTo>
                <a:lnTo>
                  <a:pt x="6497" y="7850"/>
                </a:lnTo>
                <a:cubicBezTo>
                  <a:pt x="6497" y="8448"/>
                  <a:pt x="6012" y="8933"/>
                  <a:pt x="5414" y="8933"/>
                </a:cubicBezTo>
                <a:lnTo>
                  <a:pt x="1084" y="8933"/>
                </a:lnTo>
                <a:cubicBezTo>
                  <a:pt x="485" y="8933"/>
                  <a:pt x="0" y="8448"/>
                  <a:pt x="0" y="7850"/>
                </a:cubicBezTo>
                <a:lnTo>
                  <a:pt x="0" y="108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14" name="" descr=""/>
          <p:cNvPicPr/>
          <p:nvPr/>
        </p:nvPicPr>
        <p:blipFill>
          <a:blip r:embed="rId3"/>
          <a:stretch/>
        </p:blipFill>
        <p:spPr>
          <a:xfrm>
            <a:off x="3411360" y="1469880"/>
            <a:ext cx="2452320" cy="3329280"/>
          </a:xfrm>
          <a:prstGeom prst="rect">
            <a:avLst/>
          </a:prstGeom>
          <a:ln w="0">
            <a:noFill/>
          </a:ln>
        </p:spPr>
      </p:pic>
      <p:sp>
        <p:nvSpPr>
          <p:cNvPr id="815" name=""/>
          <p:cNvSpPr/>
          <p:nvPr/>
        </p:nvSpPr>
        <p:spPr>
          <a:xfrm>
            <a:off x="3468240" y="1507680"/>
            <a:ext cx="2338920" cy="3215880"/>
          </a:xfrm>
          <a:custGeom>
            <a:avLst/>
            <a:gdLst/>
            <a:ahLst/>
            <a:rect l="0" t="0" r="r" b="b"/>
            <a:pathLst>
              <a:path w="6497" h="8933">
                <a:moveTo>
                  <a:pt x="0" y="1084"/>
                </a:moveTo>
                <a:cubicBezTo>
                  <a:pt x="0" y="486"/>
                  <a:pt x="486" y="0"/>
                  <a:pt x="1084" y="0"/>
                </a:cubicBezTo>
                <a:lnTo>
                  <a:pt x="5414" y="0"/>
                </a:lnTo>
                <a:cubicBezTo>
                  <a:pt x="5701" y="0"/>
                  <a:pt x="5977" y="114"/>
                  <a:pt x="6180" y="318"/>
                </a:cubicBezTo>
                <a:cubicBezTo>
                  <a:pt x="6383" y="521"/>
                  <a:pt x="6497" y="797"/>
                  <a:pt x="6497" y="1084"/>
                </a:cubicBezTo>
                <a:lnTo>
                  <a:pt x="6497" y="7850"/>
                </a:lnTo>
                <a:cubicBezTo>
                  <a:pt x="6497" y="8448"/>
                  <a:pt x="6012" y="8933"/>
                  <a:pt x="5414" y="8933"/>
                </a:cubicBezTo>
                <a:lnTo>
                  <a:pt x="1084" y="8933"/>
                </a:lnTo>
                <a:cubicBezTo>
                  <a:pt x="486" y="8933"/>
                  <a:pt x="0" y="8448"/>
                  <a:pt x="0" y="7850"/>
                </a:cubicBezTo>
                <a:lnTo>
                  <a:pt x="0" y="108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16" name="" descr=""/>
          <p:cNvPicPr/>
          <p:nvPr/>
        </p:nvPicPr>
        <p:blipFill>
          <a:blip r:embed="rId4"/>
          <a:stretch/>
        </p:blipFill>
        <p:spPr>
          <a:xfrm>
            <a:off x="5964480" y="1469880"/>
            <a:ext cx="2452320" cy="3329280"/>
          </a:xfrm>
          <a:prstGeom prst="rect">
            <a:avLst/>
          </a:prstGeom>
          <a:ln w="0">
            <a:noFill/>
          </a:ln>
        </p:spPr>
      </p:pic>
      <p:sp>
        <p:nvSpPr>
          <p:cNvPr id="817" name=""/>
          <p:cNvSpPr/>
          <p:nvPr/>
        </p:nvSpPr>
        <p:spPr>
          <a:xfrm>
            <a:off x="6021360" y="1507680"/>
            <a:ext cx="2338920" cy="3215880"/>
          </a:xfrm>
          <a:custGeom>
            <a:avLst/>
            <a:gdLst/>
            <a:ahLst/>
            <a:rect l="0" t="0" r="r" b="b"/>
            <a:pathLst>
              <a:path w="6497" h="8933">
                <a:moveTo>
                  <a:pt x="0" y="1084"/>
                </a:moveTo>
                <a:cubicBezTo>
                  <a:pt x="0" y="486"/>
                  <a:pt x="485" y="0"/>
                  <a:pt x="1083" y="0"/>
                </a:cubicBezTo>
                <a:lnTo>
                  <a:pt x="5413" y="0"/>
                </a:lnTo>
                <a:cubicBezTo>
                  <a:pt x="5701" y="0"/>
                  <a:pt x="5976" y="114"/>
                  <a:pt x="6180" y="318"/>
                </a:cubicBezTo>
                <a:cubicBezTo>
                  <a:pt x="6383" y="521"/>
                  <a:pt x="6497" y="797"/>
                  <a:pt x="6497" y="1084"/>
                </a:cubicBezTo>
                <a:lnTo>
                  <a:pt x="6497" y="7850"/>
                </a:lnTo>
                <a:cubicBezTo>
                  <a:pt x="6497" y="8448"/>
                  <a:pt x="6012" y="8933"/>
                  <a:pt x="5413" y="8933"/>
                </a:cubicBezTo>
                <a:lnTo>
                  <a:pt x="1083" y="8933"/>
                </a:lnTo>
                <a:cubicBezTo>
                  <a:pt x="485" y="8933"/>
                  <a:pt x="0" y="8448"/>
                  <a:pt x="0" y="7850"/>
                </a:cubicBezTo>
                <a:lnTo>
                  <a:pt x="0" y="1084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1281600" y="1341360"/>
            <a:ext cx="1605960" cy="1159560"/>
          </a:xfrm>
          <a:custGeom>
            <a:avLst/>
            <a:gdLst/>
            <a:ahLst/>
            <a:rect l="0" t="0" r="r" b="b"/>
            <a:pathLst>
              <a:path w="4461" h="3221">
                <a:moveTo>
                  <a:pt x="0" y="537"/>
                </a:moveTo>
                <a:cubicBezTo>
                  <a:pt x="0" y="240"/>
                  <a:pt x="240" y="0"/>
                  <a:pt x="536" y="0"/>
                </a:cubicBezTo>
                <a:lnTo>
                  <a:pt x="3924" y="0"/>
                </a:lnTo>
                <a:cubicBezTo>
                  <a:pt x="4066" y="0"/>
                  <a:pt x="4203" y="57"/>
                  <a:pt x="4304" y="157"/>
                </a:cubicBezTo>
                <a:cubicBezTo>
                  <a:pt x="4404" y="258"/>
                  <a:pt x="4461" y="394"/>
                  <a:pt x="4461" y="537"/>
                </a:cubicBezTo>
                <a:lnTo>
                  <a:pt x="4461" y="2684"/>
                </a:lnTo>
                <a:cubicBezTo>
                  <a:pt x="4461" y="2981"/>
                  <a:pt x="4220" y="3221"/>
                  <a:pt x="3924" y="3221"/>
                </a:cubicBezTo>
                <a:lnTo>
                  <a:pt x="536" y="3221"/>
                </a:lnTo>
                <a:cubicBezTo>
                  <a:pt x="240" y="3221"/>
                  <a:pt x="0" y="2981"/>
                  <a:pt x="0" y="2684"/>
                </a:cubicBezTo>
                <a:lnTo>
                  <a:pt x="0" y="537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19" name="" descr=""/>
          <p:cNvPicPr/>
          <p:nvPr/>
        </p:nvPicPr>
        <p:blipFill>
          <a:blip r:embed="rId5"/>
          <a:stretch/>
        </p:blipFill>
        <p:spPr>
          <a:xfrm>
            <a:off x="1281600" y="1173240"/>
            <a:ext cx="1605240" cy="2222280"/>
          </a:xfrm>
          <a:prstGeom prst="rect">
            <a:avLst/>
          </a:prstGeom>
          <a:ln w="0">
            <a:noFill/>
          </a:ln>
        </p:spPr>
      </p:pic>
      <p:sp>
        <p:nvSpPr>
          <p:cNvPr id="820" name=""/>
          <p:cNvSpPr/>
          <p:nvPr/>
        </p:nvSpPr>
        <p:spPr>
          <a:xfrm>
            <a:off x="3834720" y="1341360"/>
            <a:ext cx="1605960" cy="1159560"/>
          </a:xfrm>
          <a:custGeom>
            <a:avLst/>
            <a:gdLst/>
            <a:ahLst/>
            <a:rect l="0" t="0" r="r" b="b"/>
            <a:pathLst>
              <a:path w="4461" h="3221">
                <a:moveTo>
                  <a:pt x="0" y="537"/>
                </a:moveTo>
                <a:cubicBezTo>
                  <a:pt x="0" y="240"/>
                  <a:pt x="240" y="0"/>
                  <a:pt x="538" y="0"/>
                </a:cubicBezTo>
                <a:lnTo>
                  <a:pt x="3924" y="0"/>
                </a:lnTo>
                <a:cubicBezTo>
                  <a:pt x="4067" y="0"/>
                  <a:pt x="4203" y="57"/>
                  <a:pt x="4304" y="157"/>
                </a:cubicBezTo>
                <a:cubicBezTo>
                  <a:pt x="4404" y="258"/>
                  <a:pt x="4461" y="394"/>
                  <a:pt x="4461" y="537"/>
                </a:cubicBezTo>
                <a:lnTo>
                  <a:pt x="4461" y="2684"/>
                </a:lnTo>
                <a:cubicBezTo>
                  <a:pt x="4461" y="2981"/>
                  <a:pt x="4221" y="3221"/>
                  <a:pt x="3924" y="3221"/>
                </a:cubicBezTo>
                <a:lnTo>
                  <a:pt x="538" y="3221"/>
                </a:lnTo>
                <a:cubicBezTo>
                  <a:pt x="240" y="3221"/>
                  <a:pt x="0" y="2981"/>
                  <a:pt x="0" y="2684"/>
                </a:cubicBezTo>
                <a:lnTo>
                  <a:pt x="0" y="537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21" name="" descr=""/>
          <p:cNvPicPr/>
          <p:nvPr/>
        </p:nvPicPr>
        <p:blipFill>
          <a:blip r:embed="rId6"/>
          <a:stretch/>
        </p:blipFill>
        <p:spPr>
          <a:xfrm>
            <a:off x="3835080" y="981720"/>
            <a:ext cx="1605240" cy="2222280"/>
          </a:xfrm>
          <a:prstGeom prst="rect">
            <a:avLst/>
          </a:prstGeom>
          <a:ln w="0">
            <a:noFill/>
          </a:ln>
        </p:spPr>
      </p:pic>
      <p:sp>
        <p:nvSpPr>
          <p:cNvPr id="822" name=""/>
          <p:cNvSpPr/>
          <p:nvPr/>
        </p:nvSpPr>
        <p:spPr>
          <a:xfrm>
            <a:off x="6387840" y="1341360"/>
            <a:ext cx="1605960" cy="1159560"/>
          </a:xfrm>
          <a:custGeom>
            <a:avLst/>
            <a:gdLst/>
            <a:ahLst/>
            <a:rect l="0" t="0" r="r" b="b"/>
            <a:pathLst>
              <a:path w="4461" h="3221">
                <a:moveTo>
                  <a:pt x="0" y="537"/>
                </a:moveTo>
                <a:cubicBezTo>
                  <a:pt x="0" y="240"/>
                  <a:pt x="241" y="0"/>
                  <a:pt x="537" y="0"/>
                </a:cubicBezTo>
                <a:lnTo>
                  <a:pt x="3925" y="0"/>
                </a:lnTo>
                <a:cubicBezTo>
                  <a:pt x="4067" y="0"/>
                  <a:pt x="4203" y="57"/>
                  <a:pt x="4304" y="157"/>
                </a:cubicBezTo>
                <a:cubicBezTo>
                  <a:pt x="4405" y="258"/>
                  <a:pt x="4461" y="394"/>
                  <a:pt x="4461" y="537"/>
                </a:cubicBezTo>
                <a:lnTo>
                  <a:pt x="4461" y="2684"/>
                </a:lnTo>
                <a:cubicBezTo>
                  <a:pt x="4461" y="2981"/>
                  <a:pt x="4221" y="3221"/>
                  <a:pt x="3925" y="3221"/>
                </a:cubicBezTo>
                <a:lnTo>
                  <a:pt x="537" y="3221"/>
                </a:lnTo>
                <a:cubicBezTo>
                  <a:pt x="241" y="3221"/>
                  <a:pt x="0" y="2981"/>
                  <a:pt x="0" y="2684"/>
                </a:cubicBezTo>
                <a:lnTo>
                  <a:pt x="0" y="537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23" name="" descr=""/>
          <p:cNvPicPr/>
          <p:nvPr/>
        </p:nvPicPr>
        <p:blipFill>
          <a:blip r:embed="rId7"/>
          <a:stretch/>
        </p:blipFill>
        <p:spPr>
          <a:xfrm>
            <a:off x="6388200" y="949320"/>
            <a:ext cx="1605240" cy="2222280"/>
          </a:xfrm>
          <a:prstGeom prst="rect">
            <a:avLst/>
          </a:prstGeom>
          <a:ln w="0">
            <a:noFill/>
          </a:ln>
        </p:spPr>
      </p:pic>
      <p:sp>
        <p:nvSpPr>
          <p:cNvPr id="824" name=""/>
          <p:cNvSpPr/>
          <p:nvPr/>
        </p:nvSpPr>
        <p:spPr>
          <a:xfrm>
            <a:off x="1053360" y="2732760"/>
            <a:ext cx="2062440" cy="1628640"/>
          </a:xfrm>
          <a:custGeom>
            <a:avLst/>
            <a:gdLst/>
            <a:ahLst/>
            <a:rect l="0" t="0" r="r" b="b"/>
            <a:pathLst>
              <a:path w="5729" h="4524">
                <a:moveTo>
                  <a:pt x="0" y="0"/>
                </a:moveTo>
                <a:lnTo>
                  <a:pt x="5729" y="0"/>
                </a:lnTo>
                <a:lnTo>
                  <a:pt x="5729" y="4524"/>
                </a:lnTo>
                <a:lnTo>
                  <a:pt x="0" y="452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686160" y="482760"/>
            <a:ext cx="44218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Слайд с 3 колонками 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1139040" y="2806200"/>
            <a:ext cx="1920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Определяющей характеристикой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1139040" y="2963880"/>
            <a:ext cx="161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метрик является то, что они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1139040" y="3121560"/>
            <a:ext cx="1731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поддаются агрегированию, то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1139040" y="3279240"/>
            <a:ext cx="1861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есть, метрики похожи на атомы,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1139040" y="3436920"/>
            <a:ext cx="1335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которые складываются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1139040" y="3594960"/>
            <a:ext cx="1914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в единый логический индикатор,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1139040" y="3752640"/>
            <a:ext cx="1614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счетчик или гистограмму за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1139040" y="3910320"/>
            <a:ext cx="15933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определенный промежуток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1139040" y="4092480"/>
            <a:ext cx="526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времени.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3681000" y="2732760"/>
            <a:ext cx="2062440" cy="1628640"/>
          </a:xfrm>
          <a:custGeom>
            <a:avLst/>
            <a:gdLst/>
            <a:ahLst/>
            <a:rect l="0" t="0" r="r" b="b"/>
            <a:pathLst>
              <a:path w="5729" h="4524">
                <a:moveTo>
                  <a:pt x="0" y="0"/>
                </a:moveTo>
                <a:lnTo>
                  <a:pt x="5729" y="0"/>
                </a:lnTo>
                <a:lnTo>
                  <a:pt x="5729" y="4524"/>
                </a:lnTo>
                <a:lnTo>
                  <a:pt x="0" y="452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1636560" y="4065120"/>
            <a:ext cx="1393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3767040" y="2806200"/>
            <a:ext cx="1920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Определяющей характеристикой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3767040" y="2963880"/>
            <a:ext cx="161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метрик является то, что они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3767040" y="3121560"/>
            <a:ext cx="1731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поддаются агрегированию, то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3767040" y="3279240"/>
            <a:ext cx="1861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есть, метрики похожи на атомы,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3767040" y="3436920"/>
            <a:ext cx="1335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которые складываются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3767040" y="3594960"/>
            <a:ext cx="1914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в единый логический индикатор,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3767040" y="3752640"/>
            <a:ext cx="1614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счетчик или гистограмму за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3767040" y="3910320"/>
            <a:ext cx="15933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определенный промежуток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3767040" y="4092480"/>
            <a:ext cx="526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времени.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6159600" y="2732760"/>
            <a:ext cx="2062440" cy="1628640"/>
          </a:xfrm>
          <a:custGeom>
            <a:avLst/>
            <a:gdLst/>
            <a:ahLst/>
            <a:rect l="0" t="0" r="r" b="b"/>
            <a:pathLst>
              <a:path w="5729" h="4524">
                <a:moveTo>
                  <a:pt x="0" y="0"/>
                </a:moveTo>
                <a:lnTo>
                  <a:pt x="5729" y="0"/>
                </a:lnTo>
                <a:lnTo>
                  <a:pt x="5729" y="4524"/>
                </a:lnTo>
                <a:lnTo>
                  <a:pt x="0" y="452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4264560" y="4065120"/>
            <a:ext cx="1393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6245640" y="2806200"/>
            <a:ext cx="1920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Определяющей характеристикой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6245640" y="2963880"/>
            <a:ext cx="161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метрик является то, что они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6245640" y="3121560"/>
            <a:ext cx="1731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поддаются агрегированию, то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6245640" y="3279240"/>
            <a:ext cx="1861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есть, метрики похожи на атомы,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6245640" y="3436920"/>
            <a:ext cx="1335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которые складываются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6245640" y="3594960"/>
            <a:ext cx="1914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в единый логический индикатор,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6245640" y="3752640"/>
            <a:ext cx="1614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счетчик или гистограмму за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6245640" y="3910320"/>
            <a:ext cx="15933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определенный промежуток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6245640" y="4092480"/>
            <a:ext cx="526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Roboto"/>
                <a:ea typeface="Roboto"/>
              </a:rPr>
              <a:t>времени.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6743160" y="4065120"/>
            <a:ext cx="1393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5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860" name=""/>
          <p:cNvSpPr/>
          <p:nvPr/>
        </p:nvSpPr>
        <p:spPr>
          <a:xfrm>
            <a:off x="0" y="-204480"/>
            <a:ext cx="9444240" cy="5348160"/>
          </a:xfrm>
          <a:custGeom>
            <a:avLst/>
            <a:gdLst/>
            <a:ahLst/>
            <a:rect l="0" t="0" r="r" b="b"/>
            <a:pathLst>
              <a:path w="26234" h="14856">
                <a:moveTo>
                  <a:pt x="0" y="0"/>
                </a:moveTo>
                <a:lnTo>
                  <a:pt x="26234" y="0"/>
                </a:lnTo>
                <a:lnTo>
                  <a:pt x="26234" y="14856"/>
                </a:lnTo>
                <a:lnTo>
                  <a:pt x="0" y="1485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61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443520" cy="9239400"/>
          </a:xfrm>
          <a:prstGeom prst="rect">
            <a:avLst/>
          </a:prstGeom>
          <a:ln w="0">
            <a:noFill/>
          </a:ln>
        </p:spPr>
      </p:pic>
      <p:pic>
        <p:nvPicPr>
          <p:cNvPr id="862" name="" descr=""/>
          <p:cNvPicPr/>
          <p:nvPr/>
        </p:nvPicPr>
        <p:blipFill>
          <a:blip r:embed="rId3"/>
          <a:stretch/>
        </p:blipFill>
        <p:spPr>
          <a:xfrm>
            <a:off x="1792800" y="766800"/>
            <a:ext cx="5557680" cy="1299600"/>
          </a:xfrm>
          <a:prstGeom prst="rect">
            <a:avLst/>
          </a:prstGeom>
          <a:ln w="0">
            <a:noFill/>
          </a:ln>
        </p:spPr>
      </p:pic>
      <p:sp>
        <p:nvSpPr>
          <p:cNvPr id="863" name=""/>
          <p:cNvSpPr/>
          <p:nvPr/>
        </p:nvSpPr>
        <p:spPr>
          <a:xfrm>
            <a:off x="1850040" y="804600"/>
            <a:ext cx="5443920" cy="1185840"/>
          </a:xfrm>
          <a:custGeom>
            <a:avLst/>
            <a:gdLst/>
            <a:ahLst/>
            <a:rect l="0" t="0" r="r" b="b"/>
            <a:pathLst>
              <a:path w="15122" h="3294">
                <a:moveTo>
                  <a:pt x="0" y="549"/>
                </a:moveTo>
                <a:cubicBezTo>
                  <a:pt x="0" y="246"/>
                  <a:pt x="245" y="0"/>
                  <a:pt x="549" y="0"/>
                </a:cubicBezTo>
                <a:lnTo>
                  <a:pt x="14573" y="0"/>
                </a:lnTo>
                <a:cubicBezTo>
                  <a:pt x="14719" y="0"/>
                  <a:pt x="14859" y="58"/>
                  <a:pt x="14962" y="161"/>
                </a:cubicBezTo>
                <a:cubicBezTo>
                  <a:pt x="15064" y="264"/>
                  <a:pt x="15122" y="403"/>
                  <a:pt x="15122" y="549"/>
                </a:cubicBezTo>
                <a:lnTo>
                  <a:pt x="15122" y="2745"/>
                </a:lnTo>
                <a:cubicBezTo>
                  <a:pt x="15122" y="3048"/>
                  <a:pt x="14877" y="3294"/>
                  <a:pt x="14573" y="3294"/>
                </a:cubicBezTo>
                <a:lnTo>
                  <a:pt x="549" y="3294"/>
                </a:lnTo>
                <a:cubicBezTo>
                  <a:pt x="245" y="3294"/>
                  <a:pt x="0" y="3048"/>
                  <a:pt x="0" y="2745"/>
                </a:cubicBezTo>
                <a:lnTo>
                  <a:pt x="0" y="549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64" name="" descr=""/>
          <p:cNvPicPr/>
          <p:nvPr/>
        </p:nvPicPr>
        <p:blipFill>
          <a:blip r:embed="rId4"/>
          <a:stretch/>
        </p:blipFill>
        <p:spPr>
          <a:xfrm>
            <a:off x="1792800" y="2096640"/>
            <a:ext cx="5557680" cy="1299600"/>
          </a:xfrm>
          <a:prstGeom prst="rect">
            <a:avLst/>
          </a:prstGeom>
          <a:ln w="0">
            <a:noFill/>
          </a:ln>
        </p:spPr>
      </p:pic>
      <p:sp>
        <p:nvSpPr>
          <p:cNvPr id="865" name=""/>
          <p:cNvSpPr/>
          <p:nvPr/>
        </p:nvSpPr>
        <p:spPr>
          <a:xfrm>
            <a:off x="1850040" y="2134440"/>
            <a:ext cx="5443920" cy="1185840"/>
          </a:xfrm>
          <a:custGeom>
            <a:avLst/>
            <a:gdLst/>
            <a:ahLst/>
            <a:rect l="0" t="0" r="r" b="b"/>
            <a:pathLst>
              <a:path w="15122" h="3294">
                <a:moveTo>
                  <a:pt x="0" y="549"/>
                </a:moveTo>
                <a:cubicBezTo>
                  <a:pt x="0" y="246"/>
                  <a:pt x="245" y="0"/>
                  <a:pt x="549" y="0"/>
                </a:cubicBezTo>
                <a:lnTo>
                  <a:pt x="14573" y="0"/>
                </a:lnTo>
                <a:cubicBezTo>
                  <a:pt x="14719" y="0"/>
                  <a:pt x="14859" y="58"/>
                  <a:pt x="14962" y="161"/>
                </a:cubicBezTo>
                <a:cubicBezTo>
                  <a:pt x="15064" y="264"/>
                  <a:pt x="15122" y="403"/>
                  <a:pt x="15122" y="549"/>
                </a:cubicBezTo>
                <a:lnTo>
                  <a:pt x="15122" y="2745"/>
                </a:lnTo>
                <a:cubicBezTo>
                  <a:pt x="15122" y="3048"/>
                  <a:pt x="14877" y="3294"/>
                  <a:pt x="14573" y="3294"/>
                </a:cubicBezTo>
                <a:lnTo>
                  <a:pt x="549" y="3294"/>
                </a:lnTo>
                <a:cubicBezTo>
                  <a:pt x="245" y="3294"/>
                  <a:pt x="0" y="3048"/>
                  <a:pt x="0" y="2745"/>
                </a:cubicBezTo>
                <a:lnTo>
                  <a:pt x="0" y="549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66" name="" descr=""/>
          <p:cNvPicPr/>
          <p:nvPr/>
        </p:nvPicPr>
        <p:blipFill>
          <a:blip r:embed="rId5"/>
          <a:stretch/>
        </p:blipFill>
        <p:spPr>
          <a:xfrm>
            <a:off x="1792800" y="3426480"/>
            <a:ext cx="5557680" cy="1299600"/>
          </a:xfrm>
          <a:prstGeom prst="rect">
            <a:avLst/>
          </a:prstGeom>
          <a:ln w="0">
            <a:noFill/>
          </a:ln>
        </p:spPr>
      </p:pic>
      <p:sp>
        <p:nvSpPr>
          <p:cNvPr id="867" name=""/>
          <p:cNvSpPr/>
          <p:nvPr/>
        </p:nvSpPr>
        <p:spPr>
          <a:xfrm>
            <a:off x="1850040" y="3464280"/>
            <a:ext cx="5443920" cy="1185840"/>
          </a:xfrm>
          <a:custGeom>
            <a:avLst/>
            <a:gdLst/>
            <a:ahLst/>
            <a:rect l="0" t="0" r="r" b="b"/>
            <a:pathLst>
              <a:path w="15122" h="3294">
                <a:moveTo>
                  <a:pt x="0" y="549"/>
                </a:moveTo>
                <a:cubicBezTo>
                  <a:pt x="0" y="246"/>
                  <a:pt x="245" y="0"/>
                  <a:pt x="549" y="0"/>
                </a:cubicBezTo>
                <a:lnTo>
                  <a:pt x="14573" y="0"/>
                </a:lnTo>
                <a:cubicBezTo>
                  <a:pt x="14719" y="0"/>
                  <a:pt x="14859" y="58"/>
                  <a:pt x="14962" y="161"/>
                </a:cubicBezTo>
                <a:cubicBezTo>
                  <a:pt x="15064" y="264"/>
                  <a:pt x="15122" y="403"/>
                  <a:pt x="15122" y="549"/>
                </a:cubicBezTo>
                <a:lnTo>
                  <a:pt x="15122" y="2745"/>
                </a:lnTo>
                <a:cubicBezTo>
                  <a:pt x="15122" y="3048"/>
                  <a:pt x="14877" y="3294"/>
                  <a:pt x="14573" y="3294"/>
                </a:cubicBezTo>
                <a:lnTo>
                  <a:pt x="549" y="3294"/>
                </a:lnTo>
                <a:cubicBezTo>
                  <a:pt x="245" y="3294"/>
                  <a:pt x="0" y="3048"/>
                  <a:pt x="0" y="2745"/>
                </a:cubicBezTo>
                <a:lnTo>
                  <a:pt x="0" y="549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2234160" y="928440"/>
            <a:ext cx="4819680" cy="938160"/>
          </a:xfrm>
          <a:custGeom>
            <a:avLst/>
            <a:gdLst/>
            <a:ahLst/>
            <a:rect l="0" t="0" r="r" b="b"/>
            <a:pathLst>
              <a:path w="13388" h="2606">
                <a:moveTo>
                  <a:pt x="0" y="0"/>
                </a:moveTo>
                <a:lnTo>
                  <a:pt x="13388" y="0"/>
                </a:lnTo>
                <a:lnTo>
                  <a:pt x="13388" y="2606"/>
                </a:lnTo>
                <a:lnTo>
                  <a:pt x="0" y="26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2319840" y="999000"/>
            <a:ext cx="43394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Определяющей характеристикой метрик является то, что они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2319840" y="1191960"/>
            <a:ext cx="44082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поддаются агрегированию, то есть, метрики похожи на атомы,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2319840" y="1384560"/>
            <a:ext cx="48715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которые складываются в единый логический индикатор, счетчик или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2234160" y="2196360"/>
            <a:ext cx="4819680" cy="938520"/>
          </a:xfrm>
          <a:custGeom>
            <a:avLst/>
            <a:gdLst/>
            <a:ahLst/>
            <a:rect l="0" t="0" r="r" b="b"/>
            <a:pathLst>
              <a:path w="13388" h="2607">
                <a:moveTo>
                  <a:pt x="0" y="0"/>
                </a:moveTo>
                <a:lnTo>
                  <a:pt x="13388" y="0"/>
                </a:lnTo>
                <a:lnTo>
                  <a:pt x="13388" y="2607"/>
                </a:lnTo>
                <a:lnTo>
                  <a:pt x="0" y="260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2319840" y="1577520"/>
            <a:ext cx="37328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гистограмму за определенный промежуток времени.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2319840" y="2266920"/>
            <a:ext cx="43394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Определяющей характеристикой метрик является то, что они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2319840" y="2459880"/>
            <a:ext cx="44082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поддаются агрегированию, то есть, метрики похожи на атомы,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2319840" y="2652480"/>
            <a:ext cx="48715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которые складываются в единый логический индикатор, счетчик или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2234160" y="3588120"/>
            <a:ext cx="4819680" cy="938160"/>
          </a:xfrm>
          <a:custGeom>
            <a:avLst/>
            <a:gdLst/>
            <a:ahLst/>
            <a:rect l="0" t="0" r="r" b="b"/>
            <a:pathLst>
              <a:path w="13388" h="2606">
                <a:moveTo>
                  <a:pt x="0" y="0"/>
                </a:moveTo>
                <a:lnTo>
                  <a:pt x="13388" y="0"/>
                </a:lnTo>
                <a:lnTo>
                  <a:pt x="13388" y="2606"/>
                </a:lnTo>
                <a:lnTo>
                  <a:pt x="0" y="26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2319840" y="2845440"/>
            <a:ext cx="37328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гистограмму за определенный промежуток времени.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2319840" y="3658680"/>
            <a:ext cx="43394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Определяющей характеристикой метрик является то, что они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2319840" y="3851280"/>
            <a:ext cx="44082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поддаются агрегированию, то есть, метрики похожи на атомы,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2319840" y="4044240"/>
            <a:ext cx="48715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которые складываются в единый логический индикатор, счетчик или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2319840" y="4236840"/>
            <a:ext cx="37328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00" spc="-1" strike="noStrike">
                <a:solidFill>
                  <a:srgbClr val="333333"/>
                </a:solidFill>
                <a:latin typeface="Roboto"/>
                <a:ea typeface="Roboto"/>
              </a:rPr>
              <a:t>гистограмму за определенный промежуток времени. 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8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885" name=""/>
          <p:cNvSpPr/>
          <p:nvPr/>
        </p:nvSpPr>
        <p:spPr>
          <a:xfrm>
            <a:off x="600120" y="438480"/>
            <a:ext cx="6652800" cy="1096200"/>
          </a:xfrm>
          <a:custGeom>
            <a:avLst/>
            <a:gdLst/>
            <a:ahLst/>
            <a:rect l="0" t="0" r="r" b="b"/>
            <a:pathLst>
              <a:path w="18480" h="3045">
                <a:moveTo>
                  <a:pt x="0" y="0"/>
                </a:moveTo>
                <a:lnTo>
                  <a:pt x="18480" y="0"/>
                </a:lnTo>
                <a:lnTo>
                  <a:pt x="18480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86" name="" descr=""/>
          <p:cNvPicPr/>
          <p:nvPr/>
        </p:nvPicPr>
        <p:blipFill>
          <a:blip r:embed="rId2"/>
          <a:stretch/>
        </p:blipFill>
        <p:spPr>
          <a:xfrm>
            <a:off x="692280" y="1544040"/>
            <a:ext cx="3936960" cy="1514520"/>
          </a:xfrm>
          <a:prstGeom prst="rect">
            <a:avLst/>
          </a:prstGeom>
          <a:ln w="0">
            <a:noFill/>
          </a:ln>
        </p:spPr>
      </p:pic>
      <p:sp>
        <p:nvSpPr>
          <p:cNvPr id="887" name=""/>
          <p:cNvSpPr/>
          <p:nvPr/>
        </p:nvSpPr>
        <p:spPr>
          <a:xfrm>
            <a:off x="749160" y="1581840"/>
            <a:ext cx="3823200" cy="1401120"/>
          </a:xfrm>
          <a:custGeom>
            <a:avLst/>
            <a:gdLst/>
            <a:ahLst/>
            <a:rect l="0" t="0" r="r" b="b"/>
            <a:pathLst>
              <a:path w="10620" h="3892">
                <a:moveTo>
                  <a:pt x="0" y="649"/>
                </a:moveTo>
                <a:cubicBezTo>
                  <a:pt x="0" y="291"/>
                  <a:pt x="290" y="0"/>
                  <a:pt x="648" y="0"/>
                </a:cubicBezTo>
                <a:lnTo>
                  <a:pt x="9971" y="0"/>
                </a:lnTo>
                <a:cubicBezTo>
                  <a:pt x="10143" y="0"/>
                  <a:pt x="10308" y="69"/>
                  <a:pt x="10430" y="190"/>
                </a:cubicBezTo>
                <a:cubicBezTo>
                  <a:pt x="10552" y="312"/>
                  <a:pt x="10620" y="477"/>
                  <a:pt x="10620" y="649"/>
                </a:cubicBezTo>
                <a:lnTo>
                  <a:pt x="10620" y="3244"/>
                </a:lnTo>
                <a:cubicBezTo>
                  <a:pt x="10620" y="3602"/>
                  <a:pt x="10330" y="3892"/>
                  <a:pt x="9971" y="3892"/>
                </a:cubicBezTo>
                <a:lnTo>
                  <a:pt x="648" y="3892"/>
                </a:lnTo>
                <a:cubicBezTo>
                  <a:pt x="290" y="3892"/>
                  <a:pt x="0" y="3602"/>
                  <a:pt x="0" y="3244"/>
                </a:cubicBezTo>
                <a:lnTo>
                  <a:pt x="0" y="649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88" name="" descr=""/>
          <p:cNvPicPr/>
          <p:nvPr/>
        </p:nvPicPr>
        <p:blipFill>
          <a:blip r:embed="rId3"/>
          <a:stretch/>
        </p:blipFill>
        <p:spPr>
          <a:xfrm>
            <a:off x="4730760" y="1544040"/>
            <a:ext cx="3936960" cy="1514520"/>
          </a:xfrm>
          <a:prstGeom prst="rect">
            <a:avLst/>
          </a:prstGeom>
          <a:ln w="0">
            <a:noFill/>
          </a:ln>
        </p:spPr>
      </p:pic>
      <p:sp>
        <p:nvSpPr>
          <p:cNvPr id="889" name=""/>
          <p:cNvSpPr/>
          <p:nvPr/>
        </p:nvSpPr>
        <p:spPr>
          <a:xfrm>
            <a:off x="4787640" y="1581840"/>
            <a:ext cx="3823200" cy="1401120"/>
          </a:xfrm>
          <a:custGeom>
            <a:avLst/>
            <a:gdLst/>
            <a:ahLst/>
            <a:rect l="0" t="0" r="r" b="b"/>
            <a:pathLst>
              <a:path w="10620" h="3892">
                <a:moveTo>
                  <a:pt x="0" y="649"/>
                </a:moveTo>
                <a:cubicBezTo>
                  <a:pt x="0" y="291"/>
                  <a:pt x="290" y="0"/>
                  <a:pt x="649" y="0"/>
                </a:cubicBezTo>
                <a:lnTo>
                  <a:pt x="9972" y="0"/>
                </a:lnTo>
                <a:cubicBezTo>
                  <a:pt x="10144" y="0"/>
                  <a:pt x="10309" y="69"/>
                  <a:pt x="10430" y="190"/>
                </a:cubicBezTo>
                <a:cubicBezTo>
                  <a:pt x="10552" y="312"/>
                  <a:pt x="10620" y="477"/>
                  <a:pt x="10620" y="649"/>
                </a:cubicBezTo>
                <a:lnTo>
                  <a:pt x="10620" y="3244"/>
                </a:lnTo>
                <a:cubicBezTo>
                  <a:pt x="10620" y="3602"/>
                  <a:pt x="10330" y="3892"/>
                  <a:pt x="9972" y="3892"/>
                </a:cubicBezTo>
                <a:lnTo>
                  <a:pt x="649" y="3892"/>
                </a:lnTo>
                <a:cubicBezTo>
                  <a:pt x="290" y="3892"/>
                  <a:pt x="0" y="3602"/>
                  <a:pt x="0" y="3244"/>
                </a:cubicBezTo>
                <a:lnTo>
                  <a:pt x="0" y="649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887040" y="1715040"/>
            <a:ext cx="3547440" cy="1135080"/>
          </a:xfrm>
          <a:custGeom>
            <a:avLst/>
            <a:gdLst/>
            <a:ahLst/>
            <a:rect l="0" t="0" r="r" b="b"/>
            <a:pathLst>
              <a:path w="9854" h="3153">
                <a:moveTo>
                  <a:pt x="0" y="0"/>
                </a:moveTo>
                <a:lnTo>
                  <a:pt x="9854" y="0"/>
                </a:lnTo>
                <a:lnTo>
                  <a:pt x="9854" y="3153"/>
                </a:lnTo>
                <a:lnTo>
                  <a:pt x="0" y="31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686160" y="482760"/>
            <a:ext cx="694872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Заголовок: главная мысль слайда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973080" y="1784160"/>
            <a:ext cx="2088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Мониторинг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973080" y="2121480"/>
            <a:ext cx="249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973080" y="2331720"/>
            <a:ext cx="312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метрик с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4925520" y="1715040"/>
            <a:ext cx="3547440" cy="1135080"/>
          </a:xfrm>
          <a:custGeom>
            <a:avLst/>
            <a:gdLst/>
            <a:ahLst/>
            <a:rect l="0" t="0" r="r" b="b"/>
            <a:pathLst>
              <a:path w="9854" h="3153">
                <a:moveTo>
                  <a:pt x="0" y="0"/>
                </a:moveTo>
                <a:lnTo>
                  <a:pt x="9854" y="0"/>
                </a:lnTo>
                <a:lnTo>
                  <a:pt x="9854" y="3153"/>
                </a:lnTo>
                <a:lnTo>
                  <a:pt x="0" y="31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973080" y="2541960"/>
            <a:ext cx="186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что такое трассировка.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5011560" y="1784160"/>
            <a:ext cx="2088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Мониторинг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5011560" y="2121480"/>
            <a:ext cx="249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5011560" y="2331720"/>
            <a:ext cx="312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метрик с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00" name="" descr=""/>
          <p:cNvPicPr/>
          <p:nvPr/>
        </p:nvPicPr>
        <p:blipFill>
          <a:blip r:embed="rId4"/>
          <a:stretch/>
        </p:blipFill>
        <p:spPr>
          <a:xfrm>
            <a:off x="692280" y="3144240"/>
            <a:ext cx="3936960" cy="1514520"/>
          </a:xfrm>
          <a:prstGeom prst="rect">
            <a:avLst/>
          </a:prstGeom>
          <a:ln w="0">
            <a:noFill/>
          </a:ln>
        </p:spPr>
      </p:pic>
      <p:sp>
        <p:nvSpPr>
          <p:cNvPr id="901" name=""/>
          <p:cNvSpPr/>
          <p:nvPr/>
        </p:nvSpPr>
        <p:spPr>
          <a:xfrm>
            <a:off x="749160" y="3182040"/>
            <a:ext cx="3823200" cy="1401120"/>
          </a:xfrm>
          <a:custGeom>
            <a:avLst/>
            <a:gdLst/>
            <a:ahLst/>
            <a:rect l="0" t="0" r="r" b="b"/>
            <a:pathLst>
              <a:path w="10620" h="3892">
                <a:moveTo>
                  <a:pt x="0" y="649"/>
                </a:moveTo>
                <a:cubicBezTo>
                  <a:pt x="0" y="291"/>
                  <a:pt x="290" y="0"/>
                  <a:pt x="648" y="0"/>
                </a:cubicBezTo>
                <a:lnTo>
                  <a:pt x="9971" y="0"/>
                </a:lnTo>
                <a:cubicBezTo>
                  <a:pt x="10143" y="0"/>
                  <a:pt x="10308" y="69"/>
                  <a:pt x="10430" y="190"/>
                </a:cubicBezTo>
                <a:cubicBezTo>
                  <a:pt x="10552" y="312"/>
                  <a:pt x="10620" y="477"/>
                  <a:pt x="10620" y="649"/>
                </a:cubicBezTo>
                <a:lnTo>
                  <a:pt x="10620" y="3244"/>
                </a:lnTo>
                <a:cubicBezTo>
                  <a:pt x="10620" y="3602"/>
                  <a:pt x="10330" y="3892"/>
                  <a:pt x="9971" y="3892"/>
                </a:cubicBezTo>
                <a:lnTo>
                  <a:pt x="648" y="3892"/>
                </a:lnTo>
                <a:cubicBezTo>
                  <a:pt x="290" y="3892"/>
                  <a:pt x="0" y="3602"/>
                  <a:pt x="0" y="3244"/>
                </a:cubicBezTo>
                <a:lnTo>
                  <a:pt x="0" y="649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02" name="" descr=""/>
          <p:cNvPicPr/>
          <p:nvPr/>
        </p:nvPicPr>
        <p:blipFill>
          <a:blip r:embed="rId5"/>
          <a:stretch/>
        </p:blipFill>
        <p:spPr>
          <a:xfrm>
            <a:off x="4730760" y="3144240"/>
            <a:ext cx="3936960" cy="1514520"/>
          </a:xfrm>
          <a:prstGeom prst="rect">
            <a:avLst/>
          </a:prstGeom>
          <a:ln w="0">
            <a:noFill/>
          </a:ln>
        </p:spPr>
      </p:pic>
      <p:sp>
        <p:nvSpPr>
          <p:cNvPr id="903" name=""/>
          <p:cNvSpPr/>
          <p:nvPr/>
        </p:nvSpPr>
        <p:spPr>
          <a:xfrm>
            <a:off x="4787640" y="3182040"/>
            <a:ext cx="3823200" cy="1401120"/>
          </a:xfrm>
          <a:custGeom>
            <a:avLst/>
            <a:gdLst/>
            <a:ahLst/>
            <a:rect l="0" t="0" r="r" b="b"/>
            <a:pathLst>
              <a:path w="10620" h="3892">
                <a:moveTo>
                  <a:pt x="0" y="649"/>
                </a:moveTo>
                <a:cubicBezTo>
                  <a:pt x="0" y="291"/>
                  <a:pt x="290" y="0"/>
                  <a:pt x="649" y="0"/>
                </a:cubicBezTo>
                <a:lnTo>
                  <a:pt x="9972" y="0"/>
                </a:lnTo>
                <a:cubicBezTo>
                  <a:pt x="10144" y="0"/>
                  <a:pt x="10309" y="69"/>
                  <a:pt x="10430" y="190"/>
                </a:cubicBezTo>
                <a:cubicBezTo>
                  <a:pt x="10552" y="312"/>
                  <a:pt x="10620" y="477"/>
                  <a:pt x="10620" y="649"/>
                </a:cubicBezTo>
                <a:lnTo>
                  <a:pt x="10620" y="3244"/>
                </a:lnTo>
                <a:cubicBezTo>
                  <a:pt x="10620" y="3602"/>
                  <a:pt x="10330" y="3892"/>
                  <a:pt x="9972" y="3892"/>
                </a:cubicBezTo>
                <a:lnTo>
                  <a:pt x="649" y="3892"/>
                </a:lnTo>
                <a:cubicBezTo>
                  <a:pt x="290" y="3892"/>
                  <a:pt x="0" y="3602"/>
                  <a:pt x="0" y="3244"/>
                </a:cubicBezTo>
                <a:lnTo>
                  <a:pt x="0" y="649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887040" y="3315240"/>
            <a:ext cx="3547440" cy="1135080"/>
          </a:xfrm>
          <a:custGeom>
            <a:avLst/>
            <a:gdLst/>
            <a:ahLst/>
            <a:rect l="0" t="0" r="r" b="b"/>
            <a:pathLst>
              <a:path w="9854" h="3153">
                <a:moveTo>
                  <a:pt x="0" y="0"/>
                </a:moveTo>
                <a:lnTo>
                  <a:pt x="9854" y="0"/>
                </a:lnTo>
                <a:lnTo>
                  <a:pt x="9854" y="3153"/>
                </a:lnTo>
                <a:lnTo>
                  <a:pt x="0" y="31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5011560" y="2541960"/>
            <a:ext cx="186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что такое трассировка.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973080" y="3384360"/>
            <a:ext cx="2088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Мониторинг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973080" y="3721680"/>
            <a:ext cx="249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973080" y="3931920"/>
            <a:ext cx="312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метрик с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4925520" y="3315240"/>
            <a:ext cx="3547440" cy="1135080"/>
          </a:xfrm>
          <a:custGeom>
            <a:avLst/>
            <a:gdLst/>
            <a:ahLst/>
            <a:rect l="0" t="0" r="r" b="b"/>
            <a:pathLst>
              <a:path w="9854" h="3153">
                <a:moveTo>
                  <a:pt x="0" y="0"/>
                </a:moveTo>
                <a:lnTo>
                  <a:pt x="9854" y="0"/>
                </a:lnTo>
                <a:lnTo>
                  <a:pt x="9854" y="3153"/>
                </a:lnTo>
                <a:lnTo>
                  <a:pt x="0" y="31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973080" y="4142160"/>
            <a:ext cx="186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что такое трассировка.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5011560" y="3384360"/>
            <a:ext cx="2088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Мониторинг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5011560" y="3721680"/>
            <a:ext cx="249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5011560" y="3931920"/>
            <a:ext cx="312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метрик с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5011560" y="4142160"/>
            <a:ext cx="186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что такое трассировка.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917" name=""/>
          <p:cNvSpPr/>
          <p:nvPr/>
        </p:nvSpPr>
        <p:spPr>
          <a:xfrm>
            <a:off x="4679640" y="796680"/>
            <a:ext cx="3998160" cy="822600"/>
          </a:xfrm>
          <a:custGeom>
            <a:avLst/>
            <a:gdLst/>
            <a:ahLst/>
            <a:rect l="0" t="0" r="r" b="b"/>
            <a:pathLst>
              <a:path w="11106" h="2285">
                <a:moveTo>
                  <a:pt x="0" y="0"/>
                </a:moveTo>
                <a:lnTo>
                  <a:pt x="11106" y="0"/>
                </a:lnTo>
                <a:lnTo>
                  <a:pt x="11106" y="2285"/>
                </a:lnTo>
                <a:lnTo>
                  <a:pt x="0" y="228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4680000" y="780480"/>
            <a:ext cx="339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4680000" y="990720"/>
            <a:ext cx="3615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атрибутов сущностей,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4680000" y="1200960"/>
            <a:ext cx="3527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их типов данных, соглашений об именовании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567360" y="1572840"/>
            <a:ext cx="3906720" cy="1708560"/>
          </a:xfrm>
          <a:custGeom>
            <a:avLst/>
            <a:gdLst/>
            <a:ahLst/>
            <a:rect l="0" t="0" r="r" b="b"/>
            <a:pathLst>
              <a:path w="10852" h="4746">
                <a:moveTo>
                  <a:pt x="0" y="0"/>
                </a:moveTo>
                <a:lnTo>
                  <a:pt x="10852" y="0"/>
                </a:lnTo>
                <a:lnTo>
                  <a:pt x="10852" y="4746"/>
                </a:lnTo>
                <a:lnTo>
                  <a:pt x="0" y="474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4680000" y="1411200"/>
            <a:ext cx="2559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и правил проверки целостностей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653400" y="1612800"/>
            <a:ext cx="172296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300" spc="-1" strike="noStrike">
                <a:solidFill>
                  <a:srgbClr val="000000"/>
                </a:solidFill>
                <a:latin typeface="Roboto"/>
                <a:ea typeface="Roboto"/>
              </a:rPr>
              <a:t>Мысль, 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653400" y="2115720"/>
            <a:ext cx="356220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300" spc="-1" strike="noStrike">
                <a:solidFill>
                  <a:srgbClr val="000000"/>
                </a:solidFill>
                <a:latin typeface="Roboto"/>
                <a:ea typeface="Roboto"/>
              </a:rPr>
              <a:t>объединяющая 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4679640" y="2016000"/>
            <a:ext cx="3998160" cy="822240"/>
          </a:xfrm>
          <a:custGeom>
            <a:avLst/>
            <a:gdLst/>
            <a:ahLst/>
            <a:rect l="0" t="0" r="r" b="b"/>
            <a:pathLst>
              <a:path w="11106" h="2284">
                <a:moveTo>
                  <a:pt x="0" y="0"/>
                </a:moveTo>
                <a:lnTo>
                  <a:pt x="11106" y="0"/>
                </a:lnTo>
                <a:lnTo>
                  <a:pt x="11106" y="2284"/>
                </a:lnTo>
                <a:lnTo>
                  <a:pt x="0" y="228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653400" y="2618640"/>
            <a:ext cx="326376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300" spc="-1" strike="noStrike">
                <a:solidFill>
                  <a:srgbClr val="000000"/>
                </a:solidFill>
                <a:latin typeface="Roboto"/>
                <a:ea typeface="Roboto"/>
              </a:rPr>
              <a:t>пункты списка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4680000" y="1999440"/>
            <a:ext cx="339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4680000" y="2209680"/>
            <a:ext cx="3615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атрибутов сущностей,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4680000" y="2420280"/>
            <a:ext cx="3527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их типов данных, соглашений об именовании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4679640" y="3387600"/>
            <a:ext cx="3998160" cy="822240"/>
          </a:xfrm>
          <a:custGeom>
            <a:avLst/>
            <a:gdLst/>
            <a:ahLst/>
            <a:rect l="0" t="0" r="r" b="b"/>
            <a:pathLst>
              <a:path w="11106" h="2284">
                <a:moveTo>
                  <a:pt x="0" y="0"/>
                </a:moveTo>
                <a:lnTo>
                  <a:pt x="11106" y="0"/>
                </a:lnTo>
                <a:lnTo>
                  <a:pt x="11106" y="2284"/>
                </a:lnTo>
                <a:lnTo>
                  <a:pt x="0" y="228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4680000" y="2630520"/>
            <a:ext cx="2559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и правил проверки целостностей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4680000" y="3371040"/>
            <a:ext cx="339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4680000" y="3581280"/>
            <a:ext cx="3615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атрибутов сущностей,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4680000" y="3791880"/>
            <a:ext cx="3527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их типов данных, соглашений об именовании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4195440" y="1176480"/>
            <a:ext cx="753120" cy="538920"/>
          </a:xfrm>
          <a:custGeom>
            <a:avLst/>
            <a:gdLst/>
            <a:ahLst/>
            <a:rect l="0" t="0" r="r" b="b"/>
            <a:pathLst>
              <a:path w="2092" h="1497">
                <a:moveTo>
                  <a:pt x="0" y="0"/>
                </a:moveTo>
                <a:lnTo>
                  <a:pt x="2092" y="0"/>
                </a:lnTo>
                <a:lnTo>
                  <a:pt x="2092" y="1497"/>
                </a:lnTo>
                <a:lnTo>
                  <a:pt x="0" y="14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4680000" y="4002120"/>
            <a:ext cx="2559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Roboto"/>
                <a:ea typeface="Roboto"/>
              </a:rPr>
              <a:t>и правил проверки целостностей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4195440" y="2434320"/>
            <a:ext cx="753120" cy="539280"/>
          </a:xfrm>
          <a:custGeom>
            <a:avLst/>
            <a:gdLst/>
            <a:ahLst/>
            <a:rect l="0" t="0" r="r" b="b"/>
            <a:pathLst>
              <a:path w="2092" h="1498">
                <a:moveTo>
                  <a:pt x="0" y="0"/>
                </a:moveTo>
                <a:lnTo>
                  <a:pt x="2092" y="0"/>
                </a:lnTo>
                <a:lnTo>
                  <a:pt x="2092" y="1498"/>
                </a:lnTo>
                <a:lnTo>
                  <a:pt x="0" y="14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4281480" y="1230480"/>
            <a:ext cx="291600" cy="39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00" spc="-1" strike="noStrike">
                <a:solidFill>
                  <a:srgbClr val="000000"/>
                </a:solidFill>
                <a:latin typeface="Roboto"/>
                <a:ea typeface="Roboto"/>
              </a:rPr>
              <a:t>1.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4195440" y="3788640"/>
            <a:ext cx="753120" cy="539280"/>
          </a:xfrm>
          <a:custGeom>
            <a:avLst/>
            <a:gdLst/>
            <a:ahLst/>
            <a:rect l="0" t="0" r="r" b="b"/>
            <a:pathLst>
              <a:path w="2092" h="1498">
                <a:moveTo>
                  <a:pt x="0" y="0"/>
                </a:moveTo>
                <a:lnTo>
                  <a:pt x="2092" y="0"/>
                </a:lnTo>
                <a:lnTo>
                  <a:pt x="2092" y="1498"/>
                </a:lnTo>
                <a:lnTo>
                  <a:pt x="0" y="14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4281480" y="2488320"/>
            <a:ext cx="291600" cy="39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00" spc="-1" strike="noStrike">
                <a:solidFill>
                  <a:srgbClr val="000000"/>
                </a:solidFill>
                <a:latin typeface="Roboto"/>
                <a:ea typeface="Roboto"/>
              </a:rPr>
              <a:t>2.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4281480" y="3843000"/>
            <a:ext cx="291600" cy="39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00" spc="-1" strike="noStrike">
                <a:solidFill>
                  <a:srgbClr val="000000"/>
                </a:solidFill>
                <a:latin typeface="Roboto"/>
                <a:ea typeface="Roboto"/>
              </a:rPr>
              <a:t>3.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4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944" name=""/>
          <p:cNvSpPr/>
          <p:nvPr/>
        </p:nvSpPr>
        <p:spPr>
          <a:xfrm>
            <a:off x="600120" y="438480"/>
            <a:ext cx="7493400" cy="1096200"/>
          </a:xfrm>
          <a:custGeom>
            <a:avLst/>
            <a:gdLst/>
            <a:ahLst/>
            <a:rect l="0" t="0" r="r" b="b"/>
            <a:pathLst>
              <a:path w="20815" h="3045">
                <a:moveTo>
                  <a:pt x="0" y="0"/>
                </a:moveTo>
                <a:lnTo>
                  <a:pt x="20815" y="0"/>
                </a:lnTo>
                <a:lnTo>
                  <a:pt x="20815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686160" y="482760"/>
            <a:ext cx="747900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Для структурирования информации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1067040" y="1889640"/>
            <a:ext cx="3547080" cy="1188360"/>
          </a:xfrm>
          <a:custGeom>
            <a:avLst/>
            <a:gdLst/>
            <a:ahLst/>
            <a:rect l="0" t="0" r="r" b="b"/>
            <a:pathLst>
              <a:path w="9853" h="3301">
                <a:moveTo>
                  <a:pt x="0" y="0"/>
                </a:moveTo>
                <a:lnTo>
                  <a:pt x="9853" y="0"/>
                </a:lnTo>
                <a:lnTo>
                  <a:pt x="9853" y="3301"/>
                </a:lnTo>
                <a:lnTo>
                  <a:pt x="0" y="33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686160" y="939960"/>
            <a:ext cx="790272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можно использовать списки с эмоджи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1152720" y="1954800"/>
            <a:ext cx="2611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Мониторинг приложений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1152720" y="2349000"/>
            <a:ext cx="249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1152720" y="2559240"/>
            <a:ext cx="312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метрик с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5105520" y="1889640"/>
            <a:ext cx="3547080" cy="1188360"/>
          </a:xfrm>
          <a:custGeom>
            <a:avLst/>
            <a:gdLst/>
            <a:ahLst/>
            <a:rect l="0" t="0" r="r" b="b"/>
            <a:pathLst>
              <a:path w="9853" h="3301">
                <a:moveTo>
                  <a:pt x="0" y="0"/>
                </a:moveTo>
                <a:lnTo>
                  <a:pt x="9853" y="0"/>
                </a:lnTo>
                <a:lnTo>
                  <a:pt x="9853" y="3301"/>
                </a:lnTo>
                <a:lnTo>
                  <a:pt x="0" y="33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1152720" y="2769480"/>
            <a:ext cx="186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что такое трассировка.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5191560" y="1954800"/>
            <a:ext cx="2611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Мониторинг приложений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5191560" y="2349000"/>
            <a:ext cx="249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5191560" y="2559240"/>
            <a:ext cx="312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метрик с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1067040" y="3489840"/>
            <a:ext cx="3547080" cy="1188360"/>
          </a:xfrm>
          <a:custGeom>
            <a:avLst/>
            <a:gdLst/>
            <a:ahLst/>
            <a:rect l="0" t="0" r="r" b="b"/>
            <a:pathLst>
              <a:path w="9853" h="3301">
                <a:moveTo>
                  <a:pt x="0" y="0"/>
                </a:moveTo>
                <a:lnTo>
                  <a:pt x="9853" y="0"/>
                </a:lnTo>
                <a:lnTo>
                  <a:pt x="9853" y="3301"/>
                </a:lnTo>
                <a:lnTo>
                  <a:pt x="0" y="33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5191560" y="2769480"/>
            <a:ext cx="186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что такое трассировка.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1152720" y="3555000"/>
            <a:ext cx="2611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Мониторинг приложений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1152720" y="3949200"/>
            <a:ext cx="249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1152720" y="4159440"/>
            <a:ext cx="312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метрик с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5105520" y="3489840"/>
            <a:ext cx="3547080" cy="1188360"/>
          </a:xfrm>
          <a:custGeom>
            <a:avLst/>
            <a:gdLst/>
            <a:ahLst/>
            <a:rect l="0" t="0" r="r" b="b"/>
            <a:pathLst>
              <a:path w="9853" h="3301">
                <a:moveTo>
                  <a:pt x="0" y="0"/>
                </a:moveTo>
                <a:lnTo>
                  <a:pt x="9853" y="0"/>
                </a:lnTo>
                <a:lnTo>
                  <a:pt x="9853" y="3301"/>
                </a:lnTo>
                <a:lnTo>
                  <a:pt x="0" y="33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1152720" y="4369680"/>
            <a:ext cx="186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что такое трассировка.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5191560" y="3555000"/>
            <a:ext cx="2611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333333"/>
                </a:solidFill>
                <a:latin typeface="Roboto"/>
                <a:ea typeface="Roboto"/>
              </a:rPr>
              <a:t>Мониторинг приложений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5191560" y="3949200"/>
            <a:ext cx="249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Какими средствами и как можно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5191560" y="4159440"/>
            <a:ext cx="312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осуществлять сбор метрик с приложений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4661280" y="1988280"/>
            <a:ext cx="397080" cy="397080"/>
          </a:xfrm>
          <a:custGeom>
            <a:avLst/>
            <a:gdLst/>
            <a:ahLst/>
            <a:rect l="0" t="0" r="r" b="b"/>
            <a:pathLst>
              <a:path w="1103" h="1103">
                <a:moveTo>
                  <a:pt x="0" y="0"/>
                </a:moveTo>
                <a:lnTo>
                  <a:pt x="1103" y="0"/>
                </a:lnTo>
                <a:lnTo>
                  <a:pt x="1103" y="1103"/>
                </a:lnTo>
                <a:lnTo>
                  <a:pt x="0" y="110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67" name="" descr=""/>
          <p:cNvPicPr/>
          <p:nvPr/>
        </p:nvPicPr>
        <p:blipFill>
          <a:blip r:embed="rId2"/>
          <a:stretch/>
        </p:blipFill>
        <p:spPr>
          <a:xfrm>
            <a:off x="4661640" y="1988280"/>
            <a:ext cx="396360" cy="396360"/>
          </a:xfrm>
          <a:prstGeom prst="rect">
            <a:avLst/>
          </a:prstGeom>
          <a:ln w="0">
            <a:noFill/>
          </a:ln>
        </p:spPr>
      </p:pic>
      <p:sp>
        <p:nvSpPr>
          <p:cNvPr id="968" name=""/>
          <p:cNvSpPr/>
          <p:nvPr/>
        </p:nvSpPr>
        <p:spPr>
          <a:xfrm>
            <a:off x="629640" y="3586320"/>
            <a:ext cx="397080" cy="397080"/>
          </a:xfrm>
          <a:custGeom>
            <a:avLst/>
            <a:gdLst/>
            <a:ahLst/>
            <a:rect l="0" t="0" r="r" b="b"/>
            <a:pathLst>
              <a:path w="1103" h="1103">
                <a:moveTo>
                  <a:pt x="0" y="0"/>
                </a:moveTo>
                <a:lnTo>
                  <a:pt x="1103" y="0"/>
                </a:lnTo>
                <a:lnTo>
                  <a:pt x="1103" y="1103"/>
                </a:lnTo>
                <a:lnTo>
                  <a:pt x="0" y="110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69" name="" descr=""/>
          <p:cNvPicPr/>
          <p:nvPr/>
        </p:nvPicPr>
        <p:blipFill>
          <a:blip r:embed="rId3"/>
          <a:stretch/>
        </p:blipFill>
        <p:spPr>
          <a:xfrm>
            <a:off x="630000" y="3586680"/>
            <a:ext cx="396360" cy="396360"/>
          </a:xfrm>
          <a:prstGeom prst="rect">
            <a:avLst/>
          </a:prstGeom>
          <a:ln w="0">
            <a:noFill/>
          </a:ln>
        </p:spPr>
      </p:pic>
      <p:sp>
        <p:nvSpPr>
          <p:cNvPr id="970" name=""/>
          <p:cNvSpPr/>
          <p:nvPr/>
        </p:nvSpPr>
        <p:spPr>
          <a:xfrm>
            <a:off x="4661280" y="3586320"/>
            <a:ext cx="397080" cy="397080"/>
          </a:xfrm>
          <a:custGeom>
            <a:avLst/>
            <a:gdLst/>
            <a:ahLst/>
            <a:rect l="0" t="0" r="r" b="b"/>
            <a:pathLst>
              <a:path w="1103" h="1103">
                <a:moveTo>
                  <a:pt x="0" y="0"/>
                </a:moveTo>
                <a:lnTo>
                  <a:pt x="1103" y="0"/>
                </a:lnTo>
                <a:lnTo>
                  <a:pt x="1103" y="1103"/>
                </a:lnTo>
                <a:lnTo>
                  <a:pt x="0" y="110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71" name="" descr=""/>
          <p:cNvPicPr/>
          <p:nvPr/>
        </p:nvPicPr>
        <p:blipFill>
          <a:blip r:embed="rId4"/>
          <a:stretch/>
        </p:blipFill>
        <p:spPr>
          <a:xfrm>
            <a:off x="4661640" y="3586680"/>
            <a:ext cx="396360" cy="396360"/>
          </a:xfrm>
          <a:prstGeom prst="rect">
            <a:avLst/>
          </a:prstGeom>
          <a:ln w="0">
            <a:noFill/>
          </a:ln>
        </p:spPr>
      </p:pic>
      <p:sp>
        <p:nvSpPr>
          <p:cNvPr id="972" name=""/>
          <p:cNvSpPr/>
          <p:nvPr/>
        </p:nvSpPr>
        <p:spPr>
          <a:xfrm>
            <a:off x="629640" y="1988280"/>
            <a:ext cx="397080" cy="397080"/>
          </a:xfrm>
          <a:custGeom>
            <a:avLst/>
            <a:gdLst/>
            <a:ahLst/>
            <a:rect l="0" t="0" r="r" b="b"/>
            <a:pathLst>
              <a:path w="1103" h="1103">
                <a:moveTo>
                  <a:pt x="0" y="0"/>
                </a:moveTo>
                <a:lnTo>
                  <a:pt x="1103" y="0"/>
                </a:lnTo>
                <a:lnTo>
                  <a:pt x="1103" y="1103"/>
                </a:lnTo>
                <a:lnTo>
                  <a:pt x="0" y="110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73" name="" descr=""/>
          <p:cNvPicPr/>
          <p:nvPr/>
        </p:nvPicPr>
        <p:blipFill>
          <a:blip r:embed="rId5"/>
          <a:stretch/>
        </p:blipFill>
        <p:spPr>
          <a:xfrm>
            <a:off x="630000" y="1988280"/>
            <a:ext cx="396360" cy="396360"/>
          </a:xfrm>
          <a:prstGeom prst="rect">
            <a:avLst/>
          </a:prstGeom>
          <a:ln w="0">
            <a:noFill/>
          </a:ln>
        </p:spPr>
      </p:pic>
      <p:sp>
        <p:nvSpPr>
          <p:cNvPr id="974" name=""/>
          <p:cNvSpPr txBox="1"/>
          <p:nvPr/>
        </p:nvSpPr>
        <p:spPr>
          <a:xfrm>
            <a:off x="5191560" y="4369680"/>
            <a:ext cx="186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Roboto"/>
                <a:ea typeface="Roboto"/>
              </a:rPr>
              <a:t>и что такое трассировка.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7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977" name=""/>
          <p:cNvSpPr/>
          <p:nvPr/>
        </p:nvSpPr>
        <p:spPr>
          <a:xfrm>
            <a:off x="573480" y="387720"/>
            <a:ext cx="8210520" cy="459720"/>
          </a:xfrm>
          <a:custGeom>
            <a:avLst/>
            <a:gdLst/>
            <a:ahLst/>
            <a:rect l="0" t="0" r="r" b="b"/>
            <a:pathLst>
              <a:path w="22807" h="1277">
                <a:moveTo>
                  <a:pt x="0" y="0"/>
                </a:moveTo>
                <a:lnTo>
                  <a:pt x="22807" y="0"/>
                </a:lnTo>
                <a:lnTo>
                  <a:pt x="22807" y="1277"/>
                </a:lnTo>
                <a:lnTo>
                  <a:pt x="0" y="127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725040" y="1158480"/>
            <a:ext cx="0" cy="348012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7248240" y="1158480"/>
            <a:ext cx="0" cy="348012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720360" y="1163160"/>
            <a:ext cx="653256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720360" y="1642320"/>
            <a:ext cx="653256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720360" y="2658600"/>
            <a:ext cx="653256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720360" y="3100320"/>
            <a:ext cx="653256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720360" y="3579480"/>
            <a:ext cx="653256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720360" y="4633920"/>
            <a:ext cx="653256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586440" y="357480"/>
            <a:ext cx="346932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00" spc="-1" strike="noStrike">
                <a:solidFill>
                  <a:srgbClr val="000000"/>
                </a:solidFill>
                <a:latin typeface="Roboto"/>
                <a:ea typeface="Roboto"/>
              </a:rPr>
              <a:t>Слайд со списком</a:t>
            </a:r>
            <a:endParaRPr b="0" lang="en-US" sz="2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811080" y="1225440"/>
            <a:ext cx="311436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Roboto"/>
                <a:ea typeface="Roboto"/>
              </a:rPr>
              <a:t>1. Описание эксперимента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924480" y="17388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1268280" y="1707480"/>
            <a:ext cx="1002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 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Гипотеза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924480" y="20016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1268280" y="1970280"/>
            <a:ext cx="1976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 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Целевая аудитория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924480" y="22644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1268280" y="2233440"/>
            <a:ext cx="2276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 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Ожидаемый результат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811080" y="3162960"/>
            <a:ext cx="25916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Roboto"/>
                <a:ea typeface="Roboto"/>
              </a:rPr>
              <a:t>2. Технические детали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932400" y="371196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1268280" y="3642120"/>
            <a:ext cx="2156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1321560" y="3669120"/>
            <a:ext cx="11116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Реализация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924480" y="39740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1268280" y="3942720"/>
            <a:ext cx="1056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Настройки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924480" y="42368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1268280" y="4205520"/>
            <a:ext cx="883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Метрики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0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004" name="" descr=""/>
          <p:cNvPicPr/>
          <p:nvPr/>
        </p:nvPicPr>
        <p:blipFill>
          <a:blip r:embed="rId2"/>
          <a:stretch/>
        </p:blipFill>
        <p:spPr>
          <a:xfrm>
            <a:off x="780120" y="1707120"/>
            <a:ext cx="1928520" cy="1040760"/>
          </a:xfrm>
          <a:prstGeom prst="rect">
            <a:avLst/>
          </a:prstGeom>
          <a:ln w="0">
            <a:noFill/>
          </a:ln>
        </p:spPr>
      </p:pic>
      <p:sp>
        <p:nvSpPr>
          <p:cNvPr id="1005" name=""/>
          <p:cNvSpPr/>
          <p:nvPr/>
        </p:nvSpPr>
        <p:spPr>
          <a:xfrm>
            <a:off x="922680" y="1821240"/>
            <a:ext cx="1643400" cy="755640"/>
          </a:xfrm>
          <a:custGeom>
            <a:avLst/>
            <a:gdLst/>
            <a:ahLst/>
            <a:rect l="0" t="0" r="r" b="b"/>
            <a:pathLst>
              <a:path w="4565" h="2099">
                <a:moveTo>
                  <a:pt x="0" y="0"/>
                </a:moveTo>
                <a:lnTo>
                  <a:pt x="4565" y="0"/>
                </a:lnTo>
                <a:lnTo>
                  <a:pt x="4565" y="2099"/>
                </a:lnTo>
                <a:lnTo>
                  <a:pt x="0" y="209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06" name="" descr=""/>
          <p:cNvPicPr/>
          <p:nvPr/>
        </p:nvPicPr>
        <p:blipFill>
          <a:blip r:embed="rId3"/>
          <a:stretch/>
        </p:blipFill>
        <p:spPr>
          <a:xfrm>
            <a:off x="922680" y="1821240"/>
            <a:ext cx="1642680" cy="754920"/>
          </a:xfrm>
          <a:prstGeom prst="rect">
            <a:avLst/>
          </a:prstGeom>
          <a:ln w="0">
            <a:noFill/>
          </a:ln>
        </p:spPr>
      </p:pic>
      <p:pic>
        <p:nvPicPr>
          <p:cNvPr id="1007" name="" descr=""/>
          <p:cNvPicPr/>
          <p:nvPr/>
        </p:nvPicPr>
        <p:blipFill>
          <a:blip r:embed="rId4"/>
          <a:stretch/>
        </p:blipFill>
        <p:spPr>
          <a:xfrm>
            <a:off x="2625480" y="1707120"/>
            <a:ext cx="1928520" cy="1040760"/>
          </a:xfrm>
          <a:prstGeom prst="rect">
            <a:avLst/>
          </a:prstGeom>
          <a:ln w="0">
            <a:noFill/>
          </a:ln>
        </p:spPr>
      </p:pic>
      <p:sp>
        <p:nvSpPr>
          <p:cNvPr id="1008" name=""/>
          <p:cNvSpPr/>
          <p:nvPr/>
        </p:nvSpPr>
        <p:spPr>
          <a:xfrm>
            <a:off x="2768040" y="1821240"/>
            <a:ext cx="1643760" cy="755640"/>
          </a:xfrm>
          <a:custGeom>
            <a:avLst/>
            <a:gdLst/>
            <a:ahLst/>
            <a:rect l="0" t="0" r="r" b="b"/>
            <a:pathLst>
              <a:path w="4566" h="2099">
                <a:moveTo>
                  <a:pt x="0" y="0"/>
                </a:moveTo>
                <a:lnTo>
                  <a:pt x="4566" y="0"/>
                </a:lnTo>
                <a:lnTo>
                  <a:pt x="4566" y="2099"/>
                </a:lnTo>
                <a:lnTo>
                  <a:pt x="0" y="209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09" name="" descr=""/>
          <p:cNvPicPr/>
          <p:nvPr/>
        </p:nvPicPr>
        <p:blipFill>
          <a:blip r:embed="rId5"/>
          <a:stretch/>
        </p:blipFill>
        <p:spPr>
          <a:xfrm>
            <a:off x="2768400" y="1821240"/>
            <a:ext cx="1642680" cy="754920"/>
          </a:xfrm>
          <a:prstGeom prst="rect">
            <a:avLst/>
          </a:prstGeom>
          <a:ln w="0">
            <a:noFill/>
          </a:ln>
        </p:spPr>
      </p:pic>
      <p:pic>
        <p:nvPicPr>
          <p:cNvPr id="1010" name="" descr=""/>
          <p:cNvPicPr/>
          <p:nvPr/>
        </p:nvPicPr>
        <p:blipFill>
          <a:blip r:embed="rId6"/>
          <a:stretch/>
        </p:blipFill>
        <p:spPr>
          <a:xfrm>
            <a:off x="4384800" y="1707120"/>
            <a:ext cx="1928520" cy="1040760"/>
          </a:xfrm>
          <a:prstGeom prst="rect">
            <a:avLst/>
          </a:prstGeom>
          <a:ln w="0">
            <a:noFill/>
          </a:ln>
        </p:spPr>
      </p:pic>
      <p:sp>
        <p:nvSpPr>
          <p:cNvPr id="1011" name=""/>
          <p:cNvSpPr/>
          <p:nvPr/>
        </p:nvSpPr>
        <p:spPr>
          <a:xfrm>
            <a:off x="4527360" y="1821240"/>
            <a:ext cx="1643760" cy="755640"/>
          </a:xfrm>
          <a:custGeom>
            <a:avLst/>
            <a:gdLst/>
            <a:ahLst/>
            <a:rect l="0" t="0" r="r" b="b"/>
            <a:pathLst>
              <a:path w="4566" h="2099">
                <a:moveTo>
                  <a:pt x="0" y="0"/>
                </a:moveTo>
                <a:lnTo>
                  <a:pt x="4566" y="0"/>
                </a:lnTo>
                <a:lnTo>
                  <a:pt x="4566" y="2099"/>
                </a:lnTo>
                <a:lnTo>
                  <a:pt x="0" y="209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12" name="" descr=""/>
          <p:cNvPicPr/>
          <p:nvPr/>
        </p:nvPicPr>
        <p:blipFill>
          <a:blip r:embed="rId7"/>
          <a:stretch/>
        </p:blipFill>
        <p:spPr>
          <a:xfrm>
            <a:off x="4527720" y="1821240"/>
            <a:ext cx="1642680" cy="754920"/>
          </a:xfrm>
          <a:prstGeom prst="rect">
            <a:avLst/>
          </a:prstGeom>
          <a:ln w="0">
            <a:noFill/>
          </a:ln>
        </p:spPr>
      </p:pic>
      <p:pic>
        <p:nvPicPr>
          <p:cNvPr id="1013" name="" descr=""/>
          <p:cNvPicPr/>
          <p:nvPr/>
        </p:nvPicPr>
        <p:blipFill>
          <a:blip r:embed="rId8"/>
          <a:stretch/>
        </p:blipFill>
        <p:spPr>
          <a:xfrm>
            <a:off x="6204240" y="1707120"/>
            <a:ext cx="1928520" cy="1040760"/>
          </a:xfrm>
          <a:prstGeom prst="rect">
            <a:avLst/>
          </a:prstGeom>
          <a:ln w="0">
            <a:noFill/>
          </a:ln>
        </p:spPr>
      </p:pic>
      <p:sp>
        <p:nvSpPr>
          <p:cNvPr id="1014" name=""/>
          <p:cNvSpPr/>
          <p:nvPr/>
        </p:nvSpPr>
        <p:spPr>
          <a:xfrm>
            <a:off x="6346800" y="1821240"/>
            <a:ext cx="1643400" cy="755640"/>
          </a:xfrm>
          <a:custGeom>
            <a:avLst/>
            <a:gdLst/>
            <a:ahLst/>
            <a:rect l="0" t="0" r="r" b="b"/>
            <a:pathLst>
              <a:path w="4565" h="2099">
                <a:moveTo>
                  <a:pt x="0" y="0"/>
                </a:moveTo>
                <a:lnTo>
                  <a:pt x="4565" y="0"/>
                </a:lnTo>
                <a:lnTo>
                  <a:pt x="4565" y="2099"/>
                </a:lnTo>
                <a:lnTo>
                  <a:pt x="0" y="209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15" name="" descr=""/>
          <p:cNvPicPr/>
          <p:nvPr/>
        </p:nvPicPr>
        <p:blipFill>
          <a:blip r:embed="rId9"/>
          <a:stretch/>
        </p:blipFill>
        <p:spPr>
          <a:xfrm>
            <a:off x="6347160" y="1821240"/>
            <a:ext cx="1642680" cy="754920"/>
          </a:xfrm>
          <a:prstGeom prst="rect">
            <a:avLst/>
          </a:prstGeom>
          <a:ln w="0">
            <a:noFill/>
          </a:ln>
        </p:spPr>
      </p:pic>
      <p:sp>
        <p:nvSpPr>
          <p:cNvPr id="1016" name=""/>
          <p:cNvSpPr/>
          <p:nvPr/>
        </p:nvSpPr>
        <p:spPr>
          <a:xfrm>
            <a:off x="600120" y="438480"/>
            <a:ext cx="7493400" cy="1096200"/>
          </a:xfrm>
          <a:custGeom>
            <a:avLst/>
            <a:gdLst/>
            <a:ahLst/>
            <a:rect l="0" t="0" r="r" b="b"/>
            <a:pathLst>
              <a:path w="20815" h="3045">
                <a:moveTo>
                  <a:pt x="0" y="0"/>
                </a:moveTo>
                <a:lnTo>
                  <a:pt x="20815" y="0"/>
                </a:lnTo>
                <a:lnTo>
                  <a:pt x="20815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1212840" y="1944720"/>
            <a:ext cx="1063080" cy="415800"/>
          </a:xfrm>
          <a:custGeom>
            <a:avLst/>
            <a:gdLst/>
            <a:ahLst/>
            <a:rect l="0" t="0" r="r" b="b"/>
            <a:pathLst>
              <a:path w="2953" h="1155">
                <a:moveTo>
                  <a:pt x="0" y="0"/>
                </a:moveTo>
                <a:lnTo>
                  <a:pt x="2953" y="0"/>
                </a:lnTo>
                <a:lnTo>
                  <a:pt x="2953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686160" y="482760"/>
            <a:ext cx="429840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Процесс через этапы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3058200" y="1944720"/>
            <a:ext cx="1063440" cy="415800"/>
          </a:xfrm>
          <a:custGeom>
            <a:avLst/>
            <a:gdLst/>
            <a:ahLst/>
            <a:rect l="0" t="0" r="r" b="b"/>
            <a:pathLst>
              <a:path w="2954" h="1155">
                <a:moveTo>
                  <a:pt x="0" y="0"/>
                </a:moveTo>
                <a:lnTo>
                  <a:pt x="2954" y="0"/>
                </a:lnTo>
                <a:lnTo>
                  <a:pt x="2954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1298880" y="2009880"/>
            <a:ext cx="63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1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4817520" y="1944720"/>
            <a:ext cx="1063440" cy="415800"/>
          </a:xfrm>
          <a:custGeom>
            <a:avLst/>
            <a:gdLst/>
            <a:ahLst/>
            <a:rect l="0" t="0" r="r" b="b"/>
            <a:pathLst>
              <a:path w="2954" h="1155">
                <a:moveTo>
                  <a:pt x="0" y="0"/>
                </a:moveTo>
                <a:lnTo>
                  <a:pt x="2954" y="0"/>
                </a:lnTo>
                <a:lnTo>
                  <a:pt x="2954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3144240" y="2009880"/>
            <a:ext cx="63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2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6636960" y="1944720"/>
            <a:ext cx="1063440" cy="415800"/>
          </a:xfrm>
          <a:custGeom>
            <a:avLst/>
            <a:gdLst/>
            <a:ahLst/>
            <a:rect l="0" t="0" r="r" b="b"/>
            <a:pathLst>
              <a:path w="2954" h="1155">
                <a:moveTo>
                  <a:pt x="0" y="0"/>
                </a:moveTo>
                <a:lnTo>
                  <a:pt x="2954" y="0"/>
                </a:lnTo>
                <a:lnTo>
                  <a:pt x="2954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4903560" y="2009880"/>
            <a:ext cx="63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3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982800" y="3241440"/>
            <a:ext cx="1523520" cy="1094760"/>
          </a:xfrm>
          <a:custGeom>
            <a:avLst/>
            <a:gdLst/>
            <a:ahLst/>
            <a:rect l="0" t="0" r="r" b="b"/>
            <a:pathLst>
              <a:path w="4232" h="3041">
                <a:moveTo>
                  <a:pt x="0" y="0"/>
                </a:moveTo>
                <a:lnTo>
                  <a:pt x="4232" y="0"/>
                </a:lnTo>
                <a:lnTo>
                  <a:pt x="4232" y="3041"/>
                </a:lnTo>
                <a:lnTo>
                  <a:pt x="0" y="304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6723000" y="2009880"/>
            <a:ext cx="63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4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982800" y="3229200"/>
            <a:ext cx="144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982800" y="3386880"/>
            <a:ext cx="110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набора сущностей,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982800" y="3544560"/>
            <a:ext cx="143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982800" y="3702240"/>
            <a:ext cx="1468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атрибутов сущностей,  их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982800" y="385992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982800" y="4017960"/>
            <a:ext cx="1456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2828160" y="3241440"/>
            <a:ext cx="1523520" cy="1094760"/>
          </a:xfrm>
          <a:custGeom>
            <a:avLst/>
            <a:gdLst/>
            <a:ahLst/>
            <a:rect l="0" t="0" r="r" b="b"/>
            <a:pathLst>
              <a:path w="4232" h="3041">
                <a:moveTo>
                  <a:pt x="0" y="0"/>
                </a:moveTo>
                <a:lnTo>
                  <a:pt x="4232" y="0"/>
                </a:lnTo>
                <a:lnTo>
                  <a:pt x="4232" y="3041"/>
                </a:lnTo>
                <a:lnTo>
                  <a:pt x="0" y="304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982800" y="4175640"/>
            <a:ext cx="137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2828520" y="3229200"/>
            <a:ext cx="144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2828520" y="3386880"/>
            <a:ext cx="110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набора сущностей,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2828520" y="3544560"/>
            <a:ext cx="143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2828520" y="3702240"/>
            <a:ext cx="1468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атрибутов сущностей,  их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2828520" y="385992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2828520" y="4017960"/>
            <a:ext cx="1456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4587480" y="3241440"/>
            <a:ext cx="1523520" cy="1094760"/>
          </a:xfrm>
          <a:custGeom>
            <a:avLst/>
            <a:gdLst/>
            <a:ahLst/>
            <a:rect l="0" t="0" r="r" b="b"/>
            <a:pathLst>
              <a:path w="4232" h="3041">
                <a:moveTo>
                  <a:pt x="0" y="0"/>
                </a:moveTo>
                <a:lnTo>
                  <a:pt x="4232" y="0"/>
                </a:lnTo>
                <a:lnTo>
                  <a:pt x="4232" y="3041"/>
                </a:lnTo>
                <a:lnTo>
                  <a:pt x="0" y="304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2828520" y="4175640"/>
            <a:ext cx="137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4587840" y="3229200"/>
            <a:ext cx="144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4587840" y="3386880"/>
            <a:ext cx="110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набора сущностей,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4587840" y="3544560"/>
            <a:ext cx="143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4587840" y="3702240"/>
            <a:ext cx="1468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атрибутов сущностей,  их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4587840" y="385992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4587840" y="4017960"/>
            <a:ext cx="1456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6406920" y="3241440"/>
            <a:ext cx="1523520" cy="1094760"/>
          </a:xfrm>
          <a:custGeom>
            <a:avLst/>
            <a:gdLst/>
            <a:ahLst/>
            <a:rect l="0" t="0" r="r" b="b"/>
            <a:pathLst>
              <a:path w="4232" h="3041">
                <a:moveTo>
                  <a:pt x="0" y="0"/>
                </a:moveTo>
                <a:lnTo>
                  <a:pt x="4232" y="0"/>
                </a:lnTo>
                <a:lnTo>
                  <a:pt x="4232" y="3041"/>
                </a:lnTo>
                <a:lnTo>
                  <a:pt x="0" y="304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4587840" y="4175640"/>
            <a:ext cx="137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6406920" y="3229200"/>
            <a:ext cx="144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6406920" y="3386880"/>
            <a:ext cx="110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набора сущностей,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6406920" y="3544560"/>
            <a:ext cx="143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6406920" y="3702240"/>
            <a:ext cx="1468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атрибутов сущностей,  их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6406920" y="385992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6406920" y="4017960"/>
            <a:ext cx="1456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6406920" y="4175640"/>
            <a:ext cx="137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5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060" name="" descr=""/>
          <p:cNvPicPr/>
          <p:nvPr/>
        </p:nvPicPr>
        <p:blipFill>
          <a:blip r:embed="rId2"/>
          <a:stretch/>
        </p:blipFill>
        <p:spPr>
          <a:xfrm>
            <a:off x="353880" y="1707120"/>
            <a:ext cx="1928520" cy="1040760"/>
          </a:xfrm>
          <a:prstGeom prst="rect">
            <a:avLst/>
          </a:prstGeom>
          <a:ln w="0">
            <a:noFill/>
          </a:ln>
        </p:spPr>
      </p:pic>
      <p:sp>
        <p:nvSpPr>
          <p:cNvPr id="1061" name=""/>
          <p:cNvSpPr/>
          <p:nvPr/>
        </p:nvSpPr>
        <p:spPr>
          <a:xfrm>
            <a:off x="496440" y="1821240"/>
            <a:ext cx="1643400" cy="755640"/>
          </a:xfrm>
          <a:custGeom>
            <a:avLst/>
            <a:gdLst/>
            <a:ahLst/>
            <a:rect l="0" t="0" r="r" b="b"/>
            <a:pathLst>
              <a:path w="4565" h="2099">
                <a:moveTo>
                  <a:pt x="0" y="0"/>
                </a:moveTo>
                <a:lnTo>
                  <a:pt x="4565" y="0"/>
                </a:lnTo>
                <a:lnTo>
                  <a:pt x="4565" y="2099"/>
                </a:lnTo>
                <a:lnTo>
                  <a:pt x="0" y="209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62" name="" descr=""/>
          <p:cNvPicPr/>
          <p:nvPr/>
        </p:nvPicPr>
        <p:blipFill>
          <a:blip r:embed="rId3"/>
          <a:stretch/>
        </p:blipFill>
        <p:spPr>
          <a:xfrm>
            <a:off x="496800" y="1821240"/>
            <a:ext cx="1642680" cy="754920"/>
          </a:xfrm>
          <a:prstGeom prst="rect">
            <a:avLst/>
          </a:prstGeom>
          <a:ln w="0">
            <a:noFill/>
          </a:ln>
        </p:spPr>
      </p:pic>
      <p:pic>
        <p:nvPicPr>
          <p:cNvPr id="1063" name="" descr=""/>
          <p:cNvPicPr/>
          <p:nvPr/>
        </p:nvPicPr>
        <p:blipFill>
          <a:blip r:embed="rId4"/>
          <a:stretch/>
        </p:blipFill>
        <p:spPr>
          <a:xfrm>
            <a:off x="2003040" y="1707120"/>
            <a:ext cx="1928520" cy="1040760"/>
          </a:xfrm>
          <a:prstGeom prst="rect">
            <a:avLst/>
          </a:prstGeom>
          <a:ln w="0">
            <a:noFill/>
          </a:ln>
        </p:spPr>
      </p:pic>
      <p:sp>
        <p:nvSpPr>
          <p:cNvPr id="1064" name=""/>
          <p:cNvSpPr/>
          <p:nvPr/>
        </p:nvSpPr>
        <p:spPr>
          <a:xfrm>
            <a:off x="2145960" y="1821240"/>
            <a:ext cx="1643400" cy="755640"/>
          </a:xfrm>
          <a:custGeom>
            <a:avLst/>
            <a:gdLst/>
            <a:ahLst/>
            <a:rect l="0" t="0" r="r" b="b"/>
            <a:pathLst>
              <a:path w="4565" h="2099">
                <a:moveTo>
                  <a:pt x="0" y="0"/>
                </a:moveTo>
                <a:lnTo>
                  <a:pt x="4565" y="0"/>
                </a:lnTo>
                <a:lnTo>
                  <a:pt x="4565" y="2099"/>
                </a:lnTo>
                <a:lnTo>
                  <a:pt x="0" y="209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65" name="" descr=""/>
          <p:cNvPicPr/>
          <p:nvPr/>
        </p:nvPicPr>
        <p:blipFill>
          <a:blip r:embed="rId5"/>
          <a:stretch/>
        </p:blipFill>
        <p:spPr>
          <a:xfrm>
            <a:off x="2145960" y="1821240"/>
            <a:ext cx="1642680" cy="754920"/>
          </a:xfrm>
          <a:prstGeom prst="rect">
            <a:avLst/>
          </a:prstGeom>
          <a:ln w="0">
            <a:noFill/>
          </a:ln>
        </p:spPr>
      </p:pic>
      <p:pic>
        <p:nvPicPr>
          <p:cNvPr id="1066" name="" descr=""/>
          <p:cNvPicPr/>
          <p:nvPr/>
        </p:nvPicPr>
        <p:blipFill>
          <a:blip r:embed="rId6"/>
          <a:stretch/>
        </p:blipFill>
        <p:spPr>
          <a:xfrm>
            <a:off x="3624120" y="1707120"/>
            <a:ext cx="1928520" cy="1040760"/>
          </a:xfrm>
          <a:prstGeom prst="rect">
            <a:avLst/>
          </a:prstGeom>
          <a:ln w="0">
            <a:noFill/>
          </a:ln>
        </p:spPr>
      </p:pic>
      <p:sp>
        <p:nvSpPr>
          <p:cNvPr id="1067" name=""/>
          <p:cNvSpPr/>
          <p:nvPr/>
        </p:nvSpPr>
        <p:spPr>
          <a:xfrm>
            <a:off x="3766680" y="1821240"/>
            <a:ext cx="1643760" cy="755640"/>
          </a:xfrm>
          <a:custGeom>
            <a:avLst/>
            <a:gdLst/>
            <a:ahLst/>
            <a:rect l="0" t="0" r="r" b="b"/>
            <a:pathLst>
              <a:path w="4566" h="2099">
                <a:moveTo>
                  <a:pt x="0" y="0"/>
                </a:moveTo>
                <a:lnTo>
                  <a:pt x="4566" y="0"/>
                </a:lnTo>
                <a:lnTo>
                  <a:pt x="4566" y="2099"/>
                </a:lnTo>
                <a:lnTo>
                  <a:pt x="0" y="209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68" name="" descr=""/>
          <p:cNvPicPr/>
          <p:nvPr/>
        </p:nvPicPr>
        <p:blipFill>
          <a:blip r:embed="rId7"/>
          <a:stretch/>
        </p:blipFill>
        <p:spPr>
          <a:xfrm>
            <a:off x="3767040" y="1821240"/>
            <a:ext cx="1642680" cy="754920"/>
          </a:xfrm>
          <a:prstGeom prst="rect">
            <a:avLst/>
          </a:prstGeom>
          <a:ln w="0">
            <a:noFill/>
          </a:ln>
        </p:spPr>
      </p:pic>
      <p:pic>
        <p:nvPicPr>
          <p:cNvPr id="1069" name="" descr=""/>
          <p:cNvPicPr/>
          <p:nvPr/>
        </p:nvPicPr>
        <p:blipFill>
          <a:blip r:embed="rId8"/>
          <a:stretch/>
        </p:blipFill>
        <p:spPr>
          <a:xfrm>
            <a:off x="5304960" y="1707120"/>
            <a:ext cx="1928520" cy="1040760"/>
          </a:xfrm>
          <a:prstGeom prst="rect">
            <a:avLst/>
          </a:prstGeom>
          <a:ln w="0">
            <a:noFill/>
          </a:ln>
        </p:spPr>
      </p:pic>
      <p:sp>
        <p:nvSpPr>
          <p:cNvPr id="1070" name=""/>
          <p:cNvSpPr/>
          <p:nvPr/>
        </p:nvSpPr>
        <p:spPr>
          <a:xfrm>
            <a:off x="5447880" y="1821240"/>
            <a:ext cx="1643400" cy="755640"/>
          </a:xfrm>
          <a:custGeom>
            <a:avLst/>
            <a:gdLst/>
            <a:ahLst/>
            <a:rect l="0" t="0" r="r" b="b"/>
            <a:pathLst>
              <a:path w="4565" h="2099">
                <a:moveTo>
                  <a:pt x="0" y="0"/>
                </a:moveTo>
                <a:lnTo>
                  <a:pt x="4565" y="0"/>
                </a:lnTo>
                <a:lnTo>
                  <a:pt x="4565" y="2099"/>
                </a:lnTo>
                <a:lnTo>
                  <a:pt x="0" y="209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71" name="" descr=""/>
          <p:cNvPicPr/>
          <p:nvPr/>
        </p:nvPicPr>
        <p:blipFill>
          <a:blip r:embed="rId9"/>
          <a:stretch/>
        </p:blipFill>
        <p:spPr>
          <a:xfrm>
            <a:off x="5447880" y="1821240"/>
            <a:ext cx="1642680" cy="754920"/>
          </a:xfrm>
          <a:prstGeom prst="rect">
            <a:avLst/>
          </a:prstGeom>
          <a:ln w="0">
            <a:noFill/>
          </a:ln>
        </p:spPr>
      </p:pic>
      <p:pic>
        <p:nvPicPr>
          <p:cNvPr id="1072" name="" descr=""/>
          <p:cNvPicPr/>
          <p:nvPr/>
        </p:nvPicPr>
        <p:blipFill>
          <a:blip r:embed="rId10"/>
          <a:stretch/>
        </p:blipFill>
        <p:spPr>
          <a:xfrm>
            <a:off x="6986160" y="1707120"/>
            <a:ext cx="1928520" cy="1040760"/>
          </a:xfrm>
          <a:prstGeom prst="rect">
            <a:avLst/>
          </a:prstGeom>
          <a:ln w="0">
            <a:noFill/>
          </a:ln>
        </p:spPr>
      </p:pic>
      <p:sp>
        <p:nvSpPr>
          <p:cNvPr id="1073" name=""/>
          <p:cNvSpPr/>
          <p:nvPr/>
        </p:nvSpPr>
        <p:spPr>
          <a:xfrm>
            <a:off x="7128720" y="1821240"/>
            <a:ext cx="1643400" cy="755640"/>
          </a:xfrm>
          <a:custGeom>
            <a:avLst/>
            <a:gdLst/>
            <a:ahLst/>
            <a:rect l="0" t="0" r="r" b="b"/>
            <a:pathLst>
              <a:path w="4565" h="2099">
                <a:moveTo>
                  <a:pt x="0" y="0"/>
                </a:moveTo>
                <a:lnTo>
                  <a:pt x="4565" y="0"/>
                </a:lnTo>
                <a:lnTo>
                  <a:pt x="4565" y="2099"/>
                </a:lnTo>
                <a:lnTo>
                  <a:pt x="0" y="209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74" name="" descr=""/>
          <p:cNvPicPr/>
          <p:nvPr/>
        </p:nvPicPr>
        <p:blipFill>
          <a:blip r:embed="rId11"/>
          <a:stretch/>
        </p:blipFill>
        <p:spPr>
          <a:xfrm>
            <a:off x="7128720" y="1821240"/>
            <a:ext cx="1642680" cy="754920"/>
          </a:xfrm>
          <a:prstGeom prst="rect">
            <a:avLst/>
          </a:prstGeom>
          <a:ln w="0">
            <a:noFill/>
          </a:ln>
        </p:spPr>
      </p:pic>
      <p:sp>
        <p:nvSpPr>
          <p:cNvPr id="1075" name=""/>
          <p:cNvSpPr/>
          <p:nvPr/>
        </p:nvSpPr>
        <p:spPr>
          <a:xfrm>
            <a:off x="600120" y="438480"/>
            <a:ext cx="7493400" cy="1096200"/>
          </a:xfrm>
          <a:custGeom>
            <a:avLst/>
            <a:gdLst/>
            <a:ahLst/>
            <a:rect l="0" t="0" r="r" b="b"/>
            <a:pathLst>
              <a:path w="20815" h="3045">
                <a:moveTo>
                  <a:pt x="0" y="0"/>
                </a:moveTo>
                <a:lnTo>
                  <a:pt x="20815" y="0"/>
                </a:lnTo>
                <a:lnTo>
                  <a:pt x="20815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786600" y="1944720"/>
            <a:ext cx="1063080" cy="415800"/>
          </a:xfrm>
          <a:custGeom>
            <a:avLst/>
            <a:gdLst/>
            <a:ahLst/>
            <a:rect l="0" t="0" r="r" b="b"/>
            <a:pathLst>
              <a:path w="2953" h="1155">
                <a:moveTo>
                  <a:pt x="0" y="0"/>
                </a:moveTo>
                <a:lnTo>
                  <a:pt x="2953" y="0"/>
                </a:lnTo>
                <a:lnTo>
                  <a:pt x="2953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686160" y="482760"/>
            <a:ext cx="429840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Процесс через этапы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2436120" y="1944720"/>
            <a:ext cx="1063080" cy="415800"/>
          </a:xfrm>
          <a:custGeom>
            <a:avLst/>
            <a:gdLst/>
            <a:ahLst/>
            <a:rect l="0" t="0" r="r" b="b"/>
            <a:pathLst>
              <a:path w="2953" h="1155">
                <a:moveTo>
                  <a:pt x="0" y="0"/>
                </a:moveTo>
                <a:lnTo>
                  <a:pt x="2953" y="0"/>
                </a:lnTo>
                <a:lnTo>
                  <a:pt x="2953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872640" y="2009880"/>
            <a:ext cx="63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1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4056840" y="1944720"/>
            <a:ext cx="1063440" cy="415800"/>
          </a:xfrm>
          <a:custGeom>
            <a:avLst/>
            <a:gdLst/>
            <a:ahLst/>
            <a:rect l="0" t="0" r="r" b="b"/>
            <a:pathLst>
              <a:path w="2954" h="1155">
                <a:moveTo>
                  <a:pt x="0" y="0"/>
                </a:moveTo>
                <a:lnTo>
                  <a:pt x="2954" y="0"/>
                </a:lnTo>
                <a:lnTo>
                  <a:pt x="2954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2521800" y="2009880"/>
            <a:ext cx="63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2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5738040" y="1944720"/>
            <a:ext cx="1063080" cy="415800"/>
          </a:xfrm>
          <a:custGeom>
            <a:avLst/>
            <a:gdLst/>
            <a:ahLst/>
            <a:rect l="0" t="0" r="r" b="b"/>
            <a:pathLst>
              <a:path w="2953" h="1155">
                <a:moveTo>
                  <a:pt x="0" y="0"/>
                </a:moveTo>
                <a:lnTo>
                  <a:pt x="2953" y="0"/>
                </a:lnTo>
                <a:lnTo>
                  <a:pt x="2953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4142880" y="2009880"/>
            <a:ext cx="63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3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7418880" y="1944720"/>
            <a:ext cx="1063080" cy="415800"/>
          </a:xfrm>
          <a:custGeom>
            <a:avLst/>
            <a:gdLst/>
            <a:ahLst/>
            <a:rect l="0" t="0" r="r" b="b"/>
            <a:pathLst>
              <a:path w="2953" h="1155">
                <a:moveTo>
                  <a:pt x="0" y="0"/>
                </a:moveTo>
                <a:lnTo>
                  <a:pt x="2953" y="0"/>
                </a:lnTo>
                <a:lnTo>
                  <a:pt x="2953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5823720" y="2009880"/>
            <a:ext cx="63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4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556560" y="3241440"/>
            <a:ext cx="1523520" cy="1094760"/>
          </a:xfrm>
          <a:custGeom>
            <a:avLst/>
            <a:gdLst/>
            <a:ahLst/>
            <a:rect l="0" t="0" r="r" b="b"/>
            <a:pathLst>
              <a:path w="4232" h="3041">
                <a:moveTo>
                  <a:pt x="0" y="0"/>
                </a:moveTo>
                <a:lnTo>
                  <a:pt x="4232" y="0"/>
                </a:lnTo>
                <a:lnTo>
                  <a:pt x="4232" y="3041"/>
                </a:lnTo>
                <a:lnTo>
                  <a:pt x="0" y="304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7504920" y="2009880"/>
            <a:ext cx="63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eeeeee"/>
                </a:solidFill>
                <a:latin typeface="Roboto"/>
                <a:ea typeface="Roboto"/>
              </a:rPr>
              <a:t>Этап 5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556560" y="3229200"/>
            <a:ext cx="144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556560" y="3386880"/>
            <a:ext cx="110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набора сущностей,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556560" y="3544560"/>
            <a:ext cx="143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556560" y="3702240"/>
            <a:ext cx="1468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атрибутов сущностей,  их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556560" y="385992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556560" y="4017960"/>
            <a:ext cx="1456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2205720" y="3241440"/>
            <a:ext cx="1523520" cy="1094760"/>
          </a:xfrm>
          <a:custGeom>
            <a:avLst/>
            <a:gdLst/>
            <a:ahLst/>
            <a:rect l="0" t="0" r="r" b="b"/>
            <a:pathLst>
              <a:path w="4232" h="3041">
                <a:moveTo>
                  <a:pt x="0" y="0"/>
                </a:moveTo>
                <a:lnTo>
                  <a:pt x="4232" y="0"/>
                </a:lnTo>
                <a:lnTo>
                  <a:pt x="4232" y="3041"/>
                </a:lnTo>
                <a:lnTo>
                  <a:pt x="0" y="304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556560" y="4175640"/>
            <a:ext cx="137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2206080" y="3229200"/>
            <a:ext cx="144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2206080" y="3386880"/>
            <a:ext cx="110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набора сущностей,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2206080" y="3544560"/>
            <a:ext cx="143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2206080" y="3702240"/>
            <a:ext cx="1468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атрибутов сущностей,  их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2206080" y="385992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2206080" y="4017960"/>
            <a:ext cx="1456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3826800" y="3241440"/>
            <a:ext cx="1523520" cy="1094760"/>
          </a:xfrm>
          <a:custGeom>
            <a:avLst/>
            <a:gdLst/>
            <a:ahLst/>
            <a:rect l="0" t="0" r="r" b="b"/>
            <a:pathLst>
              <a:path w="4232" h="3041">
                <a:moveTo>
                  <a:pt x="0" y="0"/>
                </a:moveTo>
                <a:lnTo>
                  <a:pt x="4232" y="0"/>
                </a:lnTo>
                <a:lnTo>
                  <a:pt x="4232" y="3041"/>
                </a:lnTo>
                <a:lnTo>
                  <a:pt x="0" y="304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2206080" y="4175640"/>
            <a:ext cx="137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3827160" y="3229200"/>
            <a:ext cx="144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3827160" y="3386880"/>
            <a:ext cx="110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набора сущностей,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3827160" y="3544560"/>
            <a:ext cx="143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3827160" y="3702240"/>
            <a:ext cx="1468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атрибутов сущностей,  их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3827160" y="385992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3827160" y="4017960"/>
            <a:ext cx="1456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5507640" y="3241440"/>
            <a:ext cx="1523520" cy="1094760"/>
          </a:xfrm>
          <a:custGeom>
            <a:avLst/>
            <a:gdLst/>
            <a:ahLst/>
            <a:rect l="0" t="0" r="r" b="b"/>
            <a:pathLst>
              <a:path w="4232" h="3041">
                <a:moveTo>
                  <a:pt x="0" y="0"/>
                </a:moveTo>
                <a:lnTo>
                  <a:pt x="4232" y="0"/>
                </a:lnTo>
                <a:lnTo>
                  <a:pt x="4232" y="3041"/>
                </a:lnTo>
                <a:lnTo>
                  <a:pt x="0" y="304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3827160" y="4175640"/>
            <a:ext cx="137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5508000" y="3229200"/>
            <a:ext cx="144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5508000" y="3386880"/>
            <a:ext cx="110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набора сущностей,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5508000" y="3544560"/>
            <a:ext cx="143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5508000" y="3702240"/>
            <a:ext cx="1468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атрибутов сущностей,  их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5508000" y="385992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5508000" y="4017960"/>
            <a:ext cx="1456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7188840" y="3241440"/>
            <a:ext cx="1523520" cy="1094760"/>
          </a:xfrm>
          <a:custGeom>
            <a:avLst/>
            <a:gdLst/>
            <a:ahLst/>
            <a:rect l="0" t="0" r="r" b="b"/>
            <a:pathLst>
              <a:path w="4232" h="3041">
                <a:moveTo>
                  <a:pt x="0" y="0"/>
                </a:moveTo>
                <a:lnTo>
                  <a:pt x="4232" y="0"/>
                </a:lnTo>
                <a:lnTo>
                  <a:pt x="4232" y="3041"/>
                </a:lnTo>
                <a:lnTo>
                  <a:pt x="0" y="304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5508000" y="4175640"/>
            <a:ext cx="137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7188840" y="3229200"/>
            <a:ext cx="144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7188840" y="3386880"/>
            <a:ext cx="1105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набора сущностей,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7188840" y="3544560"/>
            <a:ext cx="1437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отношений между ними,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7188840" y="3702240"/>
            <a:ext cx="1468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атрибутов сущностей,  их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7188840" y="3859920"/>
            <a:ext cx="1570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типов данных, соглашений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7188840" y="4017960"/>
            <a:ext cx="1456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об именовании и правил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7188840" y="4175640"/>
            <a:ext cx="1375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проверки 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2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129" name="" descr=""/>
          <p:cNvPicPr/>
          <p:nvPr/>
        </p:nvPicPr>
        <p:blipFill>
          <a:blip r:embed="rId2"/>
          <a:stretch/>
        </p:blipFill>
        <p:spPr>
          <a:xfrm>
            <a:off x="1136880" y="1348200"/>
            <a:ext cx="1579680" cy="880200"/>
          </a:xfrm>
          <a:prstGeom prst="rect">
            <a:avLst/>
          </a:prstGeom>
          <a:ln w="0">
            <a:noFill/>
          </a:ln>
        </p:spPr>
      </p:pic>
      <p:sp>
        <p:nvSpPr>
          <p:cNvPr id="1130" name=""/>
          <p:cNvSpPr/>
          <p:nvPr/>
        </p:nvSpPr>
        <p:spPr>
          <a:xfrm>
            <a:off x="1279440" y="1462320"/>
            <a:ext cx="1294560" cy="595440"/>
          </a:xfrm>
          <a:custGeom>
            <a:avLst/>
            <a:gdLst/>
            <a:ahLst/>
            <a:rect l="0" t="0" r="r" b="b"/>
            <a:pathLst>
              <a:path w="3596" h="1654">
                <a:moveTo>
                  <a:pt x="0" y="0"/>
                </a:moveTo>
                <a:lnTo>
                  <a:pt x="3596" y="0"/>
                </a:lnTo>
                <a:lnTo>
                  <a:pt x="3596" y="1654"/>
                </a:lnTo>
                <a:lnTo>
                  <a:pt x="0" y="165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31" name="" descr=""/>
          <p:cNvPicPr/>
          <p:nvPr/>
        </p:nvPicPr>
        <p:blipFill>
          <a:blip r:embed="rId3"/>
          <a:stretch/>
        </p:blipFill>
        <p:spPr>
          <a:xfrm>
            <a:off x="1279800" y="1462680"/>
            <a:ext cx="1293840" cy="594360"/>
          </a:xfrm>
          <a:prstGeom prst="rect">
            <a:avLst/>
          </a:prstGeom>
          <a:ln w="0">
            <a:noFill/>
          </a:ln>
        </p:spPr>
      </p:pic>
      <p:pic>
        <p:nvPicPr>
          <p:cNvPr id="1132" name="" descr=""/>
          <p:cNvPicPr/>
          <p:nvPr/>
        </p:nvPicPr>
        <p:blipFill>
          <a:blip r:embed="rId4"/>
          <a:stretch/>
        </p:blipFill>
        <p:spPr>
          <a:xfrm>
            <a:off x="1136880" y="2061360"/>
            <a:ext cx="1579680" cy="880200"/>
          </a:xfrm>
          <a:prstGeom prst="rect">
            <a:avLst/>
          </a:prstGeom>
          <a:ln w="0">
            <a:noFill/>
          </a:ln>
        </p:spPr>
      </p:pic>
      <p:sp>
        <p:nvSpPr>
          <p:cNvPr id="1133" name=""/>
          <p:cNvSpPr/>
          <p:nvPr/>
        </p:nvSpPr>
        <p:spPr>
          <a:xfrm>
            <a:off x="1279440" y="2175480"/>
            <a:ext cx="1294560" cy="595440"/>
          </a:xfrm>
          <a:custGeom>
            <a:avLst/>
            <a:gdLst/>
            <a:ahLst/>
            <a:rect l="0" t="0" r="r" b="b"/>
            <a:pathLst>
              <a:path w="3596" h="1654">
                <a:moveTo>
                  <a:pt x="0" y="0"/>
                </a:moveTo>
                <a:lnTo>
                  <a:pt x="3596" y="0"/>
                </a:lnTo>
                <a:lnTo>
                  <a:pt x="3596" y="1654"/>
                </a:lnTo>
                <a:lnTo>
                  <a:pt x="0" y="165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34" name="" descr=""/>
          <p:cNvPicPr/>
          <p:nvPr/>
        </p:nvPicPr>
        <p:blipFill>
          <a:blip r:embed="rId5"/>
          <a:stretch/>
        </p:blipFill>
        <p:spPr>
          <a:xfrm>
            <a:off x="1279800" y="2175840"/>
            <a:ext cx="1293840" cy="594360"/>
          </a:xfrm>
          <a:prstGeom prst="rect">
            <a:avLst/>
          </a:prstGeom>
          <a:ln w="0">
            <a:noFill/>
          </a:ln>
        </p:spPr>
      </p:pic>
      <p:pic>
        <p:nvPicPr>
          <p:cNvPr id="1135" name="" descr=""/>
          <p:cNvPicPr/>
          <p:nvPr/>
        </p:nvPicPr>
        <p:blipFill>
          <a:blip r:embed="rId6"/>
          <a:stretch/>
        </p:blipFill>
        <p:spPr>
          <a:xfrm>
            <a:off x="1136880" y="2737800"/>
            <a:ext cx="1579680" cy="880200"/>
          </a:xfrm>
          <a:prstGeom prst="rect">
            <a:avLst/>
          </a:prstGeom>
          <a:ln w="0">
            <a:noFill/>
          </a:ln>
        </p:spPr>
      </p:pic>
      <p:sp>
        <p:nvSpPr>
          <p:cNvPr id="1136" name=""/>
          <p:cNvSpPr/>
          <p:nvPr/>
        </p:nvSpPr>
        <p:spPr>
          <a:xfrm>
            <a:off x="1279440" y="2851920"/>
            <a:ext cx="1294560" cy="595080"/>
          </a:xfrm>
          <a:custGeom>
            <a:avLst/>
            <a:gdLst/>
            <a:ahLst/>
            <a:rect l="0" t="0" r="r" b="b"/>
            <a:pathLst>
              <a:path w="3596" h="1653">
                <a:moveTo>
                  <a:pt x="0" y="0"/>
                </a:moveTo>
                <a:lnTo>
                  <a:pt x="3596" y="0"/>
                </a:lnTo>
                <a:lnTo>
                  <a:pt x="3596" y="1653"/>
                </a:lnTo>
                <a:lnTo>
                  <a:pt x="0" y="16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37" name="" descr=""/>
          <p:cNvPicPr/>
          <p:nvPr/>
        </p:nvPicPr>
        <p:blipFill>
          <a:blip r:embed="rId7"/>
          <a:stretch/>
        </p:blipFill>
        <p:spPr>
          <a:xfrm>
            <a:off x="1279800" y="2851920"/>
            <a:ext cx="1293840" cy="594360"/>
          </a:xfrm>
          <a:prstGeom prst="rect">
            <a:avLst/>
          </a:prstGeom>
          <a:ln w="0">
            <a:noFill/>
          </a:ln>
        </p:spPr>
      </p:pic>
      <p:pic>
        <p:nvPicPr>
          <p:cNvPr id="1138" name="" descr=""/>
          <p:cNvPicPr/>
          <p:nvPr/>
        </p:nvPicPr>
        <p:blipFill>
          <a:blip r:embed="rId8"/>
          <a:stretch/>
        </p:blipFill>
        <p:spPr>
          <a:xfrm>
            <a:off x="1136880" y="3405600"/>
            <a:ext cx="1579680" cy="880200"/>
          </a:xfrm>
          <a:prstGeom prst="rect">
            <a:avLst/>
          </a:prstGeom>
          <a:ln w="0">
            <a:noFill/>
          </a:ln>
        </p:spPr>
      </p:pic>
      <p:sp>
        <p:nvSpPr>
          <p:cNvPr id="1139" name=""/>
          <p:cNvSpPr/>
          <p:nvPr/>
        </p:nvSpPr>
        <p:spPr>
          <a:xfrm>
            <a:off x="1279440" y="3519720"/>
            <a:ext cx="1294560" cy="595080"/>
          </a:xfrm>
          <a:custGeom>
            <a:avLst/>
            <a:gdLst/>
            <a:ahLst/>
            <a:rect l="0" t="0" r="r" b="b"/>
            <a:pathLst>
              <a:path w="3596" h="1653">
                <a:moveTo>
                  <a:pt x="0" y="0"/>
                </a:moveTo>
                <a:lnTo>
                  <a:pt x="3596" y="0"/>
                </a:lnTo>
                <a:lnTo>
                  <a:pt x="3596" y="1653"/>
                </a:lnTo>
                <a:lnTo>
                  <a:pt x="0" y="16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40" name="" descr=""/>
          <p:cNvPicPr/>
          <p:nvPr/>
        </p:nvPicPr>
        <p:blipFill>
          <a:blip r:embed="rId9"/>
          <a:stretch/>
        </p:blipFill>
        <p:spPr>
          <a:xfrm>
            <a:off x="1279800" y="3520080"/>
            <a:ext cx="1293840" cy="594360"/>
          </a:xfrm>
          <a:prstGeom prst="rect">
            <a:avLst/>
          </a:prstGeom>
          <a:ln w="0">
            <a:noFill/>
          </a:ln>
        </p:spPr>
      </p:pic>
      <p:pic>
        <p:nvPicPr>
          <p:cNvPr id="1141" name="" descr=""/>
          <p:cNvPicPr/>
          <p:nvPr/>
        </p:nvPicPr>
        <p:blipFill>
          <a:blip r:embed="rId10"/>
          <a:stretch/>
        </p:blipFill>
        <p:spPr>
          <a:xfrm>
            <a:off x="1136880" y="4073400"/>
            <a:ext cx="1579680" cy="880200"/>
          </a:xfrm>
          <a:prstGeom prst="rect">
            <a:avLst/>
          </a:prstGeom>
          <a:ln w="0">
            <a:noFill/>
          </a:ln>
        </p:spPr>
      </p:pic>
      <p:sp>
        <p:nvSpPr>
          <p:cNvPr id="1142" name=""/>
          <p:cNvSpPr/>
          <p:nvPr/>
        </p:nvSpPr>
        <p:spPr>
          <a:xfrm>
            <a:off x="1279440" y="4187520"/>
            <a:ext cx="1294560" cy="595080"/>
          </a:xfrm>
          <a:custGeom>
            <a:avLst/>
            <a:gdLst/>
            <a:ahLst/>
            <a:rect l="0" t="0" r="r" b="b"/>
            <a:pathLst>
              <a:path w="3596" h="1653">
                <a:moveTo>
                  <a:pt x="0" y="0"/>
                </a:moveTo>
                <a:lnTo>
                  <a:pt x="3596" y="0"/>
                </a:lnTo>
                <a:lnTo>
                  <a:pt x="3596" y="1653"/>
                </a:lnTo>
                <a:lnTo>
                  <a:pt x="0" y="16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43" name="" descr=""/>
          <p:cNvPicPr/>
          <p:nvPr/>
        </p:nvPicPr>
        <p:blipFill>
          <a:blip r:embed="rId11"/>
          <a:stretch/>
        </p:blipFill>
        <p:spPr>
          <a:xfrm>
            <a:off x="1279800" y="4187880"/>
            <a:ext cx="1293840" cy="594360"/>
          </a:xfrm>
          <a:prstGeom prst="rect">
            <a:avLst/>
          </a:prstGeom>
          <a:ln w="0">
            <a:noFill/>
          </a:ln>
        </p:spPr>
      </p:pic>
      <p:sp>
        <p:nvSpPr>
          <p:cNvPr id="1144" name=""/>
          <p:cNvSpPr/>
          <p:nvPr/>
        </p:nvSpPr>
        <p:spPr>
          <a:xfrm>
            <a:off x="600120" y="438480"/>
            <a:ext cx="7493400" cy="1096200"/>
          </a:xfrm>
          <a:custGeom>
            <a:avLst/>
            <a:gdLst/>
            <a:ahLst/>
            <a:rect l="0" t="0" r="r" b="b"/>
            <a:pathLst>
              <a:path w="20815" h="3045">
                <a:moveTo>
                  <a:pt x="0" y="0"/>
                </a:moveTo>
                <a:lnTo>
                  <a:pt x="20815" y="0"/>
                </a:lnTo>
                <a:lnTo>
                  <a:pt x="20815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1508040" y="1551960"/>
            <a:ext cx="837720" cy="400680"/>
          </a:xfrm>
          <a:custGeom>
            <a:avLst/>
            <a:gdLst/>
            <a:ahLst/>
            <a:rect l="0" t="0" r="r" b="b"/>
            <a:pathLst>
              <a:path w="2327" h="1113">
                <a:moveTo>
                  <a:pt x="0" y="0"/>
                </a:moveTo>
                <a:lnTo>
                  <a:pt x="2327" y="0"/>
                </a:lnTo>
                <a:lnTo>
                  <a:pt x="23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686160" y="482760"/>
            <a:ext cx="429840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Процесс через этапы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1508040" y="2265120"/>
            <a:ext cx="837720" cy="400680"/>
          </a:xfrm>
          <a:custGeom>
            <a:avLst/>
            <a:gdLst/>
            <a:ahLst/>
            <a:rect l="0" t="0" r="r" b="b"/>
            <a:pathLst>
              <a:path w="2327" h="1113">
                <a:moveTo>
                  <a:pt x="0" y="0"/>
                </a:moveTo>
                <a:lnTo>
                  <a:pt x="2327" y="0"/>
                </a:lnTo>
                <a:lnTo>
                  <a:pt x="23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1594080" y="1618560"/>
            <a:ext cx="5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00" spc="-1" strike="noStrike">
                <a:solidFill>
                  <a:srgbClr val="eeeeee"/>
                </a:solidFill>
                <a:latin typeface="Roboto"/>
                <a:ea typeface="Roboto"/>
              </a:rPr>
              <a:t>Этап 1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1508040" y="2941560"/>
            <a:ext cx="837720" cy="400680"/>
          </a:xfrm>
          <a:custGeom>
            <a:avLst/>
            <a:gdLst/>
            <a:ahLst/>
            <a:rect l="0" t="0" r="r" b="b"/>
            <a:pathLst>
              <a:path w="2327" h="1113">
                <a:moveTo>
                  <a:pt x="0" y="0"/>
                </a:moveTo>
                <a:lnTo>
                  <a:pt x="2327" y="0"/>
                </a:lnTo>
                <a:lnTo>
                  <a:pt x="23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1594080" y="2331720"/>
            <a:ext cx="5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00" spc="-1" strike="noStrike">
                <a:solidFill>
                  <a:srgbClr val="eeeeee"/>
                </a:solidFill>
                <a:latin typeface="Roboto"/>
                <a:ea typeface="Roboto"/>
              </a:rPr>
              <a:t>Этап 2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1508040" y="3609360"/>
            <a:ext cx="837720" cy="400680"/>
          </a:xfrm>
          <a:custGeom>
            <a:avLst/>
            <a:gdLst/>
            <a:ahLst/>
            <a:rect l="0" t="0" r="r" b="b"/>
            <a:pathLst>
              <a:path w="2327" h="1113">
                <a:moveTo>
                  <a:pt x="0" y="0"/>
                </a:moveTo>
                <a:lnTo>
                  <a:pt x="2327" y="0"/>
                </a:lnTo>
                <a:lnTo>
                  <a:pt x="23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1594080" y="3008160"/>
            <a:ext cx="5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00" spc="-1" strike="noStrike">
                <a:solidFill>
                  <a:srgbClr val="eeeeee"/>
                </a:solidFill>
                <a:latin typeface="Roboto"/>
                <a:ea typeface="Roboto"/>
              </a:rPr>
              <a:t>Этап 3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1508040" y="4277160"/>
            <a:ext cx="837720" cy="400680"/>
          </a:xfrm>
          <a:custGeom>
            <a:avLst/>
            <a:gdLst/>
            <a:ahLst/>
            <a:rect l="0" t="0" r="r" b="b"/>
            <a:pathLst>
              <a:path w="2327" h="1113">
                <a:moveTo>
                  <a:pt x="0" y="0"/>
                </a:moveTo>
                <a:lnTo>
                  <a:pt x="2327" y="0"/>
                </a:lnTo>
                <a:lnTo>
                  <a:pt x="23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1594080" y="3675960"/>
            <a:ext cx="5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00" spc="-1" strike="noStrike">
                <a:solidFill>
                  <a:srgbClr val="eeeeee"/>
                </a:solidFill>
                <a:latin typeface="Roboto"/>
                <a:ea typeface="Roboto"/>
              </a:rPr>
              <a:t>Этап 4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2954880" y="1531080"/>
            <a:ext cx="4459320" cy="457560"/>
          </a:xfrm>
          <a:custGeom>
            <a:avLst/>
            <a:gdLst/>
            <a:ahLst/>
            <a:rect l="0" t="0" r="r" b="b"/>
            <a:pathLst>
              <a:path w="12387" h="1271">
                <a:moveTo>
                  <a:pt x="0" y="0"/>
                </a:moveTo>
                <a:lnTo>
                  <a:pt x="12387" y="0"/>
                </a:lnTo>
                <a:lnTo>
                  <a:pt x="1238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1594080" y="4343760"/>
            <a:ext cx="5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00" spc="-1" strike="noStrike">
                <a:solidFill>
                  <a:srgbClr val="eeeeee"/>
                </a:solidFill>
                <a:latin typeface="Roboto"/>
                <a:ea typeface="Roboto"/>
              </a:rPr>
              <a:t>Этап 5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2955240" y="1518840"/>
            <a:ext cx="459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отношений между ними, атрибутов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2955240" y="1676520"/>
            <a:ext cx="4490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сущностей,  их типов данных, соглашений  об именовании и правил проверки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2954880" y="2244600"/>
            <a:ext cx="4459320" cy="457560"/>
          </a:xfrm>
          <a:custGeom>
            <a:avLst/>
            <a:gdLst/>
            <a:ahLst/>
            <a:rect l="0" t="0" r="r" b="b"/>
            <a:pathLst>
              <a:path w="12387" h="1271">
                <a:moveTo>
                  <a:pt x="0" y="0"/>
                </a:moveTo>
                <a:lnTo>
                  <a:pt x="12387" y="0"/>
                </a:lnTo>
                <a:lnTo>
                  <a:pt x="1238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2955240" y="1834560"/>
            <a:ext cx="801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2955240" y="2232000"/>
            <a:ext cx="459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отношений между ними, атрибутов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2955240" y="2390040"/>
            <a:ext cx="4490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сущностей,  их типов данных, соглашений  об именовании и правил проверки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2954880" y="2920680"/>
            <a:ext cx="4459320" cy="457560"/>
          </a:xfrm>
          <a:custGeom>
            <a:avLst/>
            <a:gdLst/>
            <a:ahLst/>
            <a:rect l="0" t="0" r="r" b="b"/>
            <a:pathLst>
              <a:path w="12387" h="1271">
                <a:moveTo>
                  <a:pt x="0" y="0"/>
                </a:moveTo>
                <a:lnTo>
                  <a:pt x="12387" y="0"/>
                </a:lnTo>
                <a:lnTo>
                  <a:pt x="1238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2955240" y="2547720"/>
            <a:ext cx="801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2955240" y="2908440"/>
            <a:ext cx="459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отношений между ними, атрибутов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2955240" y="3066120"/>
            <a:ext cx="4490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сущностей,  их типов данных, соглашений  об именовании и правил проверки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2954880" y="3588480"/>
            <a:ext cx="4459320" cy="457560"/>
          </a:xfrm>
          <a:custGeom>
            <a:avLst/>
            <a:gdLst/>
            <a:ahLst/>
            <a:rect l="0" t="0" r="r" b="b"/>
            <a:pathLst>
              <a:path w="12387" h="1271">
                <a:moveTo>
                  <a:pt x="0" y="0"/>
                </a:moveTo>
                <a:lnTo>
                  <a:pt x="12387" y="0"/>
                </a:lnTo>
                <a:lnTo>
                  <a:pt x="1238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2955240" y="3223800"/>
            <a:ext cx="801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2955240" y="3576240"/>
            <a:ext cx="459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отношений между ними, атрибутов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2955240" y="3733920"/>
            <a:ext cx="4490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сущностей,  их типов данных, соглашений  об именовании и правил проверки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2954880" y="4256280"/>
            <a:ext cx="4459320" cy="457560"/>
          </a:xfrm>
          <a:custGeom>
            <a:avLst/>
            <a:gdLst/>
            <a:ahLst/>
            <a:rect l="0" t="0" r="r" b="b"/>
            <a:pathLst>
              <a:path w="12387" h="1271">
                <a:moveTo>
                  <a:pt x="0" y="0"/>
                </a:moveTo>
                <a:lnTo>
                  <a:pt x="12387" y="0"/>
                </a:lnTo>
                <a:lnTo>
                  <a:pt x="1238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2955240" y="3891600"/>
            <a:ext cx="801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2955240" y="4244040"/>
            <a:ext cx="4593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Описание данных в виде набора сущностей, отношений между ними, атрибутов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2955240" y="4401720"/>
            <a:ext cx="4490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сущностей,  их типов данных, соглашений  об именовании и правил проверки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2955240" y="4559400"/>
            <a:ext cx="801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Roboto"/>
                <a:ea typeface="Roboto"/>
              </a:rPr>
              <a:t>целостностей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7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178" name=""/>
          <p:cNvSpPr/>
          <p:nvPr/>
        </p:nvSpPr>
        <p:spPr>
          <a:xfrm>
            <a:off x="1779120" y="1028160"/>
            <a:ext cx="5861880" cy="4257360"/>
          </a:xfrm>
          <a:custGeom>
            <a:avLst/>
            <a:gdLst/>
            <a:ahLst/>
            <a:rect l="0" t="0" r="r" b="b"/>
            <a:pathLst>
              <a:path w="16283" h="11826">
                <a:moveTo>
                  <a:pt x="0" y="0"/>
                </a:moveTo>
                <a:lnTo>
                  <a:pt x="16283" y="0"/>
                </a:lnTo>
                <a:lnTo>
                  <a:pt x="16283" y="11826"/>
                </a:lnTo>
                <a:lnTo>
                  <a:pt x="0" y="1182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179" name="" descr=""/>
          <p:cNvPicPr/>
          <p:nvPr/>
        </p:nvPicPr>
        <p:blipFill>
          <a:blip r:embed="rId2"/>
          <a:stretch/>
        </p:blipFill>
        <p:spPr>
          <a:xfrm>
            <a:off x="1779120" y="1028520"/>
            <a:ext cx="5861520" cy="4256640"/>
          </a:xfrm>
          <a:prstGeom prst="rect">
            <a:avLst/>
          </a:prstGeom>
          <a:ln w="0">
            <a:noFill/>
          </a:ln>
        </p:spPr>
      </p:pic>
      <p:pic>
        <p:nvPicPr>
          <p:cNvPr id="1180" name="" descr=""/>
          <p:cNvPicPr/>
          <p:nvPr/>
        </p:nvPicPr>
        <p:blipFill>
          <a:blip r:embed="rId3"/>
          <a:stretch/>
        </p:blipFill>
        <p:spPr>
          <a:xfrm>
            <a:off x="4644360" y="1679760"/>
            <a:ext cx="1736280" cy="760320"/>
          </a:xfrm>
          <a:prstGeom prst="rect">
            <a:avLst/>
          </a:prstGeom>
          <a:ln w="0">
            <a:noFill/>
          </a:ln>
        </p:spPr>
      </p:pic>
      <p:sp>
        <p:nvSpPr>
          <p:cNvPr id="1181" name=""/>
          <p:cNvSpPr/>
          <p:nvPr/>
        </p:nvSpPr>
        <p:spPr>
          <a:xfrm>
            <a:off x="4701600" y="1717560"/>
            <a:ext cx="1622520" cy="646920"/>
          </a:xfrm>
          <a:custGeom>
            <a:avLst/>
            <a:gdLst/>
            <a:ahLst/>
            <a:rect l="0" t="0" r="r" b="b"/>
            <a:pathLst>
              <a:path w="4507" h="1797">
                <a:moveTo>
                  <a:pt x="0" y="299"/>
                </a:moveTo>
                <a:cubicBezTo>
                  <a:pt x="0" y="134"/>
                  <a:pt x="134" y="0"/>
                  <a:pt x="299" y="0"/>
                </a:cubicBezTo>
                <a:lnTo>
                  <a:pt x="4208" y="0"/>
                </a:lnTo>
                <a:cubicBezTo>
                  <a:pt x="4287" y="0"/>
                  <a:pt x="4363" y="31"/>
                  <a:pt x="4420" y="88"/>
                </a:cubicBezTo>
                <a:cubicBezTo>
                  <a:pt x="4476" y="144"/>
                  <a:pt x="4507" y="220"/>
                  <a:pt x="4507" y="299"/>
                </a:cubicBezTo>
                <a:lnTo>
                  <a:pt x="4507" y="1496"/>
                </a:lnTo>
                <a:cubicBezTo>
                  <a:pt x="4507" y="1663"/>
                  <a:pt x="4373" y="1797"/>
                  <a:pt x="4208" y="1797"/>
                </a:cubicBezTo>
                <a:lnTo>
                  <a:pt x="299" y="1797"/>
                </a:lnTo>
                <a:cubicBezTo>
                  <a:pt x="134" y="1797"/>
                  <a:pt x="0" y="1663"/>
                  <a:pt x="0" y="1496"/>
                </a:cubicBezTo>
                <a:lnTo>
                  <a:pt x="0" y="299"/>
                </a:lnTo>
                <a:close/>
              </a:path>
            </a:pathLst>
          </a:custGeom>
          <a:solidFill>
            <a:srgbClr val="faf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82" name="" descr=""/>
          <p:cNvPicPr/>
          <p:nvPr/>
        </p:nvPicPr>
        <p:blipFill>
          <a:blip r:embed="rId4"/>
          <a:stretch/>
        </p:blipFill>
        <p:spPr>
          <a:xfrm>
            <a:off x="5595120" y="2804760"/>
            <a:ext cx="1736280" cy="760320"/>
          </a:xfrm>
          <a:prstGeom prst="rect">
            <a:avLst/>
          </a:prstGeom>
          <a:ln w="0">
            <a:noFill/>
          </a:ln>
        </p:spPr>
      </p:pic>
      <p:sp>
        <p:nvSpPr>
          <p:cNvPr id="1183" name=""/>
          <p:cNvSpPr/>
          <p:nvPr/>
        </p:nvSpPr>
        <p:spPr>
          <a:xfrm>
            <a:off x="5652360" y="2842560"/>
            <a:ext cx="1622520" cy="646920"/>
          </a:xfrm>
          <a:custGeom>
            <a:avLst/>
            <a:gdLst/>
            <a:ahLst/>
            <a:rect l="0" t="0" r="r" b="b"/>
            <a:pathLst>
              <a:path w="4507" h="1797">
                <a:moveTo>
                  <a:pt x="0" y="300"/>
                </a:moveTo>
                <a:cubicBezTo>
                  <a:pt x="0" y="134"/>
                  <a:pt x="135" y="0"/>
                  <a:pt x="300" y="0"/>
                </a:cubicBezTo>
                <a:lnTo>
                  <a:pt x="4208" y="0"/>
                </a:lnTo>
                <a:cubicBezTo>
                  <a:pt x="4287" y="0"/>
                  <a:pt x="4364" y="32"/>
                  <a:pt x="4420" y="88"/>
                </a:cubicBezTo>
                <a:cubicBezTo>
                  <a:pt x="4476" y="144"/>
                  <a:pt x="4507" y="221"/>
                  <a:pt x="4507" y="300"/>
                </a:cubicBezTo>
                <a:lnTo>
                  <a:pt x="4507" y="1498"/>
                </a:lnTo>
                <a:cubicBezTo>
                  <a:pt x="4507" y="1663"/>
                  <a:pt x="4373" y="1797"/>
                  <a:pt x="4208" y="1797"/>
                </a:cubicBezTo>
                <a:lnTo>
                  <a:pt x="300" y="1797"/>
                </a:lnTo>
                <a:cubicBezTo>
                  <a:pt x="135" y="1797"/>
                  <a:pt x="0" y="1663"/>
                  <a:pt x="0" y="1498"/>
                </a:cubicBezTo>
                <a:lnTo>
                  <a:pt x="0" y="300"/>
                </a:lnTo>
                <a:close/>
              </a:path>
            </a:pathLst>
          </a:custGeom>
          <a:solidFill>
            <a:srgbClr val="faf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84" name="" descr=""/>
          <p:cNvPicPr/>
          <p:nvPr/>
        </p:nvPicPr>
        <p:blipFill>
          <a:blip r:embed="rId5"/>
          <a:stretch/>
        </p:blipFill>
        <p:spPr>
          <a:xfrm>
            <a:off x="5140440" y="3929760"/>
            <a:ext cx="1736280" cy="760320"/>
          </a:xfrm>
          <a:prstGeom prst="rect">
            <a:avLst/>
          </a:prstGeom>
          <a:ln w="0">
            <a:noFill/>
          </a:ln>
        </p:spPr>
      </p:pic>
      <p:sp>
        <p:nvSpPr>
          <p:cNvPr id="1185" name=""/>
          <p:cNvSpPr/>
          <p:nvPr/>
        </p:nvSpPr>
        <p:spPr>
          <a:xfrm>
            <a:off x="5197320" y="3967560"/>
            <a:ext cx="1622880" cy="646920"/>
          </a:xfrm>
          <a:custGeom>
            <a:avLst/>
            <a:gdLst/>
            <a:ahLst/>
            <a:rect l="0" t="0" r="r" b="b"/>
            <a:pathLst>
              <a:path w="4508" h="1797">
                <a:moveTo>
                  <a:pt x="0" y="300"/>
                </a:moveTo>
                <a:cubicBezTo>
                  <a:pt x="0" y="134"/>
                  <a:pt x="134" y="0"/>
                  <a:pt x="300" y="0"/>
                </a:cubicBezTo>
                <a:lnTo>
                  <a:pt x="4209" y="0"/>
                </a:lnTo>
                <a:cubicBezTo>
                  <a:pt x="4288" y="0"/>
                  <a:pt x="4364" y="32"/>
                  <a:pt x="4420" y="88"/>
                </a:cubicBezTo>
                <a:cubicBezTo>
                  <a:pt x="4476" y="144"/>
                  <a:pt x="4508" y="220"/>
                  <a:pt x="4508" y="300"/>
                </a:cubicBezTo>
                <a:lnTo>
                  <a:pt x="4508" y="1498"/>
                </a:lnTo>
                <a:cubicBezTo>
                  <a:pt x="4508" y="1663"/>
                  <a:pt x="4374" y="1797"/>
                  <a:pt x="4209" y="1797"/>
                </a:cubicBezTo>
                <a:lnTo>
                  <a:pt x="300" y="1797"/>
                </a:lnTo>
                <a:cubicBezTo>
                  <a:pt x="134" y="1797"/>
                  <a:pt x="0" y="1663"/>
                  <a:pt x="0" y="1498"/>
                </a:cubicBezTo>
                <a:lnTo>
                  <a:pt x="0" y="300"/>
                </a:lnTo>
                <a:close/>
              </a:path>
            </a:pathLst>
          </a:custGeom>
          <a:solidFill>
            <a:srgbClr val="faf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86" name="" descr=""/>
          <p:cNvPicPr/>
          <p:nvPr/>
        </p:nvPicPr>
        <p:blipFill>
          <a:blip r:embed="rId6"/>
          <a:stretch/>
        </p:blipFill>
        <p:spPr>
          <a:xfrm>
            <a:off x="3123000" y="4249080"/>
            <a:ext cx="1736280" cy="760320"/>
          </a:xfrm>
          <a:prstGeom prst="rect">
            <a:avLst/>
          </a:prstGeom>
          <a:ln w="0">
            <a:noFill/>
          </a:ln>
        </p:spPr>
      </p:pic>
      <p:sp>
        <p:nvSpPr>
          <p:cNvPr id="1187" name=""/>
          <p:cNvSpPr/>
          <p:nvPr/>
        </p:nvSpPr>
        <p:spPr>
          <a:xfrm>
            <a:off x="3179880" y="4287240"/>
            <a:ext cx="1622880" cy="646560"/>
          </a:xfrm>
          <a:custGeom>
            <a:avLst/>
            <a:gdLst/>
            <a:ahLst/>
            <a:rect l="0" t="0" r="r" b="b"/>
            <a:pathLst>
              <a:path w="4508" h="1796">
                <a:moveTo>
                  <a:pt x="0" y="299"/>
                </a:moveTo>
                <a:cubicBezTo>
                  <a:pt x="0" y="134"/>
                  <a:pt x="134" y="0"/>
                  <a:pt x="300" y="0"/>
                </a:cubicBezTo>
                <a:lnTo>
                  <a:pt x="4209" y="0"/>
                </a:lnTo>
                <a:cubicBezTo>
                  <a:pt x="4288" y="0"/>
                  <a:pt x="4364" y="31"/>
                  <a:pt x="4420" y="87"/>
                </a:cubicBezTo>
                <a:cubicBezTo>
                  <a:pt x="4476" y="143"/>
                  <a:pt x="4508" y="219"/>
                  <a:pt x="4508" y="299"/>
                </a:cubicBezTo>
                <a:lnTo>
                  <a:pt x="4508" y="1496"/>
                </a:lnTo>
                <a:cubicBezTo>
                  <a:pt x="4508" y="1662"/>
                  <a:pt x="4374" y="1796"/>
                  <a:pt x="4209" y="1796"/>
                </a:cubicBezTo>
                <a:lnTo>
                  <a:pt x="300" y="1796"/>
                </a:lnTo>
                <a:cubicBezTo>
                  <a:pt x="134" y="1796"/>
                  <a:pt x="0" y="1662"/>
                  <a:pt x="0" y="1496"/>
                </a:cubicBezTo>
                <a:lnTo>
                  <a:pt x="0" y="299"/>
                </a:lnTo>
                <a:close/>
              </a:path>
            </a:pathLst>
          </a:custGeom>
          <a:solidFill>
            <a:srgbClr val="faf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88" name="" descr=""/>
          <p:cNvPicPr/>
          <p:nvPr/>
        </p:nvPicPr>
        <p:blipFill>
          <a:blip r:embed="rId7"/>
          <a:stretch/>
        </p:blipFill>
        <p:spPr>
          <a:xfrm>
            <a:off x="1559880" y="3483720"/>
            <a:ext cx="1736280" cy="760320"/>
          </a:xfrm>
          <a:prstGeom prst="rect">
            <a:avLst/>
          </a:prstGeom>
          <a:ln w="0">
            <a:noFill/>
          </a:ln>
        </p:spPr>
      </p:pic>
      <p:sp>
        <p:nvSpPr>
          <p:cNvPr id="1189" name=""/>
          <p:cNvSpPr/>
          <p:nvPr/>
        </p:nvSpPr>
        <p:spPr>
          <a:xfrm>
            <a:off x="1616760" y="3521520"/>
            <a:ext cx="1622880" cy="646920"/>
          </a:xfrm>
          <a:custGeom>
            <a:avLst/>
            <a:gdLst/>
            <a:ahLst/>
            <a:rect l="0" t="0" r="r" b="b"/>
            <a:pathLst>
              <a:path w="4508" h="1797">
                <a:moveTo>
                  <a:pt x="0" y="301"/>
                </a:moveTo>
                <a:cubicBezTo>
                  <a:pt x="0" y="135"/>
                  <a:pt x="134" y="0"/>
                  <a:pt x="300" y="0"/>
                </a:cubicBezTo>
                <a:lnTo>
                  <a:pt x="4209" y="0"/>
                </a:lnTo>
                <a:cubicBezTo>
                  <a:pt x="4288" y="0"/>
                  <a:pt x="4364" y="32"/>
                  <a:pt x="4420" y="88"/>
                </a:cubicBezTo>
                <a:cubicBezTo>
                  <a:pt x="4476" y="145"/>
                  <a:pt x="4508" y="221"/>
                  <a:pt x="4508" y="301"/>
                </a:cubicBezTo>
                <a:lnTo>
                  <a:pt x="4508" y="1498"/>
                </a:lnTo>
                <a:cubicBezTo>
                  <a:pt x="4508" y="1663"/>
                  <a:pt x="4374" y="1797"/>
                  <a:pt x="4209" y="1797"/>
                </a:cubicBezTo>
                <a:lnTo>
                  <a:pt x="300" y="1797"/>
                </a:lnTo>
                <a:cubicBezTo>
                  <a:pt x="134" y="1797"/>
                  <a:pt x="0" y="1663"/>
                  <a:pt x="0" y="1498"/>
                </a:cubicBezTo>
                <a:lnTo>
                  <a:pt x="0" y="301"/>
                </a:lnTo>
                <a:close/>
              </a:path>
            </a:pathLst>
          </a:custGeom>
          <a:solidFill>
            <a:srgbClr val="faf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90" name="" descr=""/>
          <p:cNvPicPr/>
          <p:nvPr/>
        </p:nvPicPr>
        <p:blipFill>
          <a:blip r:embed="rId8"/>
          <a:stretch/>
        </p:blipFill>
        <p:spPr>
          <a:xfrm>
            <a:off x="1323720" y="2536560"/>
            <a:ext cx="1736280" cy="760320"/>
          </a:xfrm>
          <a:prstGeom prst="rect">
            <a:avLst/>
          </a:prstGeom>
          <a:ln w="0">
            <a:noFill/>
          </a:ln>
        </p:spPr>
      </p:pic>
      <p:sp>
        <p:nvSpPr>
          <p:cNvPr id="1191" name=""/>
          <p:cNvSpPr/>
          <p:nvPr/>
        </p:nvSpPr>
        <p:spPr>
          <a:xfrm>
            <a:off x="1380600" y="2574360"/>
            <a:ext cx="1622520" cy="646920"/>
          </a:xfrm>
          <a:custGeom>
            <a:avLst/>
            <a:gdLst/>
            <a:ahLst/>
            <a:rect l="0" t="0" r="r" b="b"/>
            <a:pathLst>
              <a:path w="4507" h="1797">
                <a:moveTo>
                  <a:pt x="0" y="300"/>
                </a:moveTo>
                <a:cubicBezTo>
                  <a:pt x="0" y="134"/>
                  <a:pt x="134" y="0"/>
                  <a:pt x="299" y="0"/>
                </a:cubicBezTo>
                <a:lnTo>
                  <a:pt x="4208" y="0"/>
                </a:lnTo>
                <a:cubicBezTo>
                  <a:pt x="4287" y="0"/>
                  <a:pt x="4364" y="32"/>
                  <a:pt x="4420" y="88"/>
                </a:cubicBezTo>
                <a:cubicBezTo>
                  <a:pt x="4476" y="144"/>
                  <a:pt x="4507" y="220"/>
                  <a:pt x="4507" y="300"/>
                </a:cubicBezTo>
                <a:lnTo>
                  <a:pt x="4507" y="1498"/>
                </a:lnTo>
                <a:cubicBezTo>
                  <a:pt x="4507" y="1663"/>
                  <a:pt x="4373" y="1797"/>
                  <a:pt x="4208" y="1797"/>
                </a:cubicBezTo>
                <a:lnTo>
                  <a:pt x="299" y="1797"/>
                </a:lnTo>
                <a:cubicBezTo>
                  <a:pt x="134" y="1797"/>
                  <a:pt x="0" y="1663"/>
                  <a:pt x="0" y="1498"/>
                </a:cubicBezTo>
                <a:lnTo>
                  <a:pt x="0" y="300"/>
                </a:lnTo>
                <a:close/>
              </a:path>
            </a:pathLst>
          </a:custGeom>
          <a:solidFill>
            <a:srgbClr val="faf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592920" y="381600"/>
            <a:ext cx="8551080" cy="646920"/>
          </a:xfrm>
          <a:custGeom>
            <a:avLst/>
            <a:gdLst/>
            <a:ahLst/>
            <a:rect l="0" t="0" r="r" b="b"/>
            <a:pathLst>
              <a:path w="23753" h="1797">
                <a:moveTo>
                  <a:pt x="0" y="0"/>
                </a:moveTo>
                <a:lnTo>
                  <a:pt x="23753" y="0"/>
                </a:lnTo>
                <a:lnTo>
                  <a:pt x="23753" y="1797"/>
                </a:lnTo>
                <a:lnTo>
                  <a:pt x="0" y="179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3457800" y="2796480"/>
            <a:ext cx="1739880" cy="739080"/>
          </a:xfrm>
          <a:custGeom>
            <a:avLst/>
            <a:gdLst/>
            <a:ahLst/>
            <a:rect l="0" t="0" r="r" b="b"/>
            <a:pathLst>
              <a:path w="4833" h="2053">
                <a:moveTo>
                  <a:pt x="0" y="0"/>
                </a:moveTo>
                <a:lnTo>
                  <a:pt x="4833" y="0"/>
                </a:lnTo>
                <a:lnTo>
                  <a:pt x="4833" y="2053"/>
                </a:lnTo>
                <a:lnTo>
                  <a:pt x="0" y="20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678600" y="426240"/>
            <a:ext cx="912204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Определения, которые нужно сгруппировать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3543480" y="2857320"/>
            <a:ext cx="15901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Roboto"/>
                <a:ea typeface="Roboto"/>
              </a:rPr>
              <a:t>Центральное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96" name="" descr=""/>
          <p:cNvPicPr/>
          <p:nvPr/>
        </p:nvPicPr>
        <p:blipFill>
          <a:blip r:embed="rId9"/>
          <a:stretch/>
        </p:blipFill>
        <p:spPr>
          <a:xfrm>
            <a:off x="2480040" y="1589400"/>
            <a:ext cx="1736280" cy="760320"/>
          </a:xfrm>
          <a:prstGeom prst="rect">
            <a:avLst/>
          </a:prstGeom>
          <a:ln w="0">
            <a:noFill/>
          </a:ln>
        </p:spPr>
      </p:pic>
      <p:sp>
        <p:nvSpPr>
          <p:cNvPr id="1197" name=""/>
          <p:cNvSpPr/>
          <p:nvPr/>
        </p:nvSpPr>
        <p:spPr>
          <a:xfrm>
            <a:off x="2536920" y="1627200"/>
            <a:ext cx="1622880" cy="646920"/>
          </a:xfrm>
          <a:custGeom>
            <a:avLst/>
            <a:gdLst/>
            <a:ahLst/>
            <a:rect l="0" t="0" r="r" b="b"/>
            <a:pathLst>
              <a:path w="4508" h="1797">
                <a:moveTo>
                  <a:pt x="0" y="300"/>
                </a:moveTo>
                <a:cubicBezTo>
                  <a:pt x="0" y="134"/>
                  <a:pt x="134" y="0"/>
                  <a:pt x="300" y="0"/>
                </a:cubicBezTo>
                <a:lnTo>
                  <a:pt x="4208" y="0"/>
                </a:lnTo>
                <a:cubicBezTo>
                  <a:pt x="4288" y="0"/>
                  <a:pt x="4364" y="32"/>
                  <a:pt x="4420" y="88"/>
                </a:cubicBezTo>
                <a:cubicBezTo>
                  <a:pt x="4476" y="144"/>
                  <a:pt x="4508" y="220"/>
                  <a:pt x="4508" y="300"/>
                </a:cubicBezTo>
                <a:lnTo>
                  <a:pt x="4508" y="1497"/>
                </a:lnTo>
                <a:cubicBezTo>
                  <a:pt x="4508" y="1662"/>
                  <a:pt x="4374" y="1797"/>
                  <a:pt x="4208" y="1797"/>
                </a:cubicBezTo>
                <a:lnTo>
                  <a:pt x="300" y="1797"/>
                </a:lnTo>
                <a:cubicBezTo>
                  <a:pt x="134" y="1797"/>
                  <a:pt x="0" y="1662"/>
                  <a:pt x="0" y="1497"/>
                </a:cubicBezTo>
                <a:lnTo>
                  <a:pt x="0" y="300"/>
                </a:lnTo>
                <a:close/>
              </a:path>
            </a:pathLst>
          </a:custGeom>
          <a:solidFill>
            <a:srgbClr val="faf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1499760" y="2689920"/>
            <a:ext cx="1395360" cy="415800"/>
          </a:xfrm>
          <a:custGeom>
            <a:avLst/>
            <a:gdLst/>
            <a:ahLst/>
            <a:rect l="0" t="0" r="r" b="b"/>
            <a:pathLst>
              <a:path w="3876" h="1155">
                <a:moveTo>
                  <a:pt x="0" y="0"/>
                </a:moveTo>
                <a:lnTo>
                  <a:pt x="3876" y="0"/>
                </a:lnTo>
                <a:lnTo>
                  <a:pt x="3876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3543480" y="3131640"/>
            <a:ext cx="15901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Roboto"/>
                <a:ea typeface="Roboto"/>
              </a:rPr>
              <a:t>определение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2609640" y="1762200"/>
            <a:ext cx="1477440" cy="416160"/>
          </a:xfrm>
          <a:custGeom>
            <a:avLst/>
            <a:gdLst/>
            <a:ahLst/>
            <a:rect l="0" t="0" r="r" b="b"/>
            <a:pathLst>
              <a:path w="4104" h="1156">
                <a:moveTo>
                  <a:pt x="0" y="0"/>
                </a:moveTo>
                <a:lnTo>
                  <a:pt x="4104" y="0"/>
                </a:lnTo>
                <a:lnTo>
                  <a:pt x="4104" y="1156"/>
                </a:lnTo>
                <a:lnTo>
                  <a:pt x="0" y="115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1585440" y="2755080"/>
            <a:ext cx="136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Определение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4802400" y="1833120"/>
            <a:ext cx="1739880" cy="415800"/>
          </a:xfrm>
          <a:custGeom>
            <a:avLst/>
            <a:gdLst/>
            <a:ahLst/>
            <a:rect l="0" t="0" r="r" b="b"/>
            <a:pathLst>
              <a:path w="4833" h="1155">
                <a:moveTo>
                  <a:pt x="0" y="0"/>
                </a:moveTo>
                <a:lnTo>
                  <a:pt x="4833" y="0"/>
                </a:lnTo>
                <a:lnTo>
                  <a:pt x="4833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2695680" y="1827360"/>
            <a:ext cx="136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Определение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5760360" y="2958120"/>
            <a:ext cx="1739880" cy="415800"/>
          </a:xfrm>
          <a:custGeom>
            <a:avLst/>
            <a:gdLst/>
            <a:ahLst/>
            <a:rect l="0" t="0" r="r" b="b"/>
            <a:pathLst>
              <a:path w="4833" h="1155">
                <a:moveTo>
                  <a:pt x="0" y="0"/>
                </a:moveTo>
                <a:lnTo>
                  <a:pt x="4833" y="0"/>
                </a:lnTo>
                <a:lnTo>
                  <a:pt x="4833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4888440" y="1898280"/>
            <a:ext cx="136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Определение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5301000" y="4083120"/>
            <a:ext cx="1739880" cy="415800"/>
          </a:xfrm>
          <a:custGeom>
            <a:avLst/>
            <a:gdLst/>
            <a:ahLst/>
            <a:rect l="0" t="0" r="r" b="b"/>
            <a:pathLst>
              <a:path w="4833" h="1155">
                <a:moveTo>
                  <a:pt x="0" y="0"/>
                </a:moveTo>
                <a:lnTo>
                  <a:pt x="4833" y="0"/>
                </a:lnTo>
                <a:lnTo>
                  <a:pt x="4833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5846040" y="3023280"/>
            <a:ext cx="136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Определение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3295440" y="4402440"/>
            <a:ext cx="1740240" cy="415800"/>
          </a:xfrm>
          <a:custGeom>
            <a:avLst/>
            <a:gdLst/>
            <a:ahLst/>
            <a:rect l="0" t="0" r="r" b="b"/>
            <a:pathLst>
              <a:path w="4834" h="1155">
                <a:moveTo>
                  <a:pt x="0" y="0"/>
                </a:moveTo>
                <a:lnTo>
                  <a:pt x="4834" y="0"/>
                </a:lnTo>
                <a:lnTo>
                  <a:pt x="4834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5387040" y="4148280"/>
            <a:ext cx="136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Определение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1717920" y="3617640"/>
            <a:ext cx="1740240" cy="415800"/>
          </a:xfrm>
          <a:custGeom>
            <a:avLst/>
            <a:gdLst/>
            <a:ahLst/>
            <a:rect l="0" t="0" r="r" b="b"/>
            <a:pathLst>
              <a:path w="4834" h="1155">
                <a:moveTo>
                  <a:pt x="0" y="0"/>
                </a:moveTo>
                <a:lnTo>
                  <a:pt x="4834" y="0"/>
                </a:lnTo>
                <a:lnTo>
                  <a:pt x="4834" y="1155"/>
                </a:lnTo>
                <a:lnTo>
                  <a:pt x="0" y="115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3381480" y="4467600"/>
            <a:ext cx="136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Определение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1803960" y="3682800"/>
            <a:ext cx="136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Определение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21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215" name=""/>
          <p:cNvSpPr/>
          <p:nvPr/>
        </p:nvSpPr>
        <p:spPr>
          <a:xfrm>
            <a:off x="590400" y="1364760"/>
            <a:ext cx="7988760" cy="3412800"/>
          </a:xfrm>
          <a:custGeom>
            <a:avLst/>
            <a:gdLst/>
            <a:ahLst/>
            <a:rect l="0" t="0" r="r" b="b"/>
            <a:pathLst>
              <a:path w="22191" h="9480">
                <a:moveTo>
                  <a:pt x="0" y="0"/>
                </a:moveTo>
                <a:lnTo>
                  <a:pt x="22191" y="0"/>
                </a:lnTo>
                <a:lnTo>
                  <a:pt x="22191" y="9480"/>
                </a:lnTo>
                <a:lnTo>
                  <a:pt x="0" y="9480"/>
                </a:lnTo>
                <a:lnTo>
                  <a:pt x="0" y="0"/>
                </a:lnTo>
                <a:close/>
              </a:path>
            </a:pathLst>
          </a:custGeom>
          <a:solidFill>
            <a:srgbClr val="fbf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500400" y="33048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754560" y="1516320"/>
            <a:ext cx="8029440" cy="3407400"/>
          </a:xfrm>
          <a:custGeom>
            <a:avLst/>
            <a:gdLst/>
            <a:ahLst/>
            <a:rect l="0" t="0" r="r" b="b"/>
            <a:pathLst>
              <a:path w="22304" h="9465">
                <a:moveTo>
                  <a:pt x="0" y="0"/>
                </a:moveTo>
                <a:lnTo>
                  <a:pt x="22304" y="0"/>
                </a:lnTo>
                <a:lnTo>
                  <a:pt x="22304" y="9465"/>
                </a:lnTo>
                <a:lnTo>
                  <a:pt x="0" y="946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586440" y="373680"/>
            <a:ext cx="334296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100" spc="-1" strike="noStrike">
                <a:solidFill>
                  <a:srgbClr val="000000"/>
                </a:solidFill>
                <a:latin typeface="Roboto"/>
                <a:ea typeface="Roboto"/>
              </a:rPr>
              <a:t>Слайд с кодом 1</a:t>
            </a:r>
            <a:endParaRPr b="0" lang="en-US" sz="3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840600" y="1612440"/>
            <a:ext cx="4431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**a;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// указатель на указатель на строку элементов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840600" y="1759680"/>
            <a:ext cx="1322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i, j, n, m;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840600" y="1906920"/>
            <a:ext cx="1710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system(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"chcp 1251"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2" name=""/>
          <p:cNvSpPr txBox="1"/>
          <p:nvPr/>
        </p:nvSpPr>
        <p:spPr>
          <a:xfrm>
            <a:off x="840600" y="2054160"/>
            <a:ext cx="1244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system(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"cls"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840600" y="2201760"/>
            <a:ext cx="3109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printf(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"Введите количество строк: 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840600" y="2349000"/>
            <a:ext cx="1399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scanf(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"%d"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, &amp;n);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840600" y="2496240"/>
            <a:ext cx="334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printf(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"Введите количество столбцов: 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840600" y="2643480"/>
            <a:ext cx="1399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scanf(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"%d"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, &amp;m);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840600" y="2790720"/>
            <a:ext cx="349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// Выделение памяти под указатели на строки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840600" y="2938320"/>
            <a:ext cx="3032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a = (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**)malloc (n *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sizeof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(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int*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));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840600" y="3085560"/>
            <a:ext cx="2099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// Ввод элементов массива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840600" y="3232800"/>
            <a:ext cx="3420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for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(i = 0; i&lt;n; i++)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 // цикл по строкам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840600" y="3380040"/>
            <a:ext cx="23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{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2" name=""/>
          <p:cNvSpPr txBox="1"/>
          <p:nvPr/>
        </p:nvSpPr>
        <p:spPr>
          <a:xfrm>
            <a:off x="840600" y="3527640"/>
            <a:ext cx="3265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// Выделение памяти под хранение строк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840600" y="3674880"/>
            <a:ext cx="3187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a[i] = (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*)malloc(m *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sizeof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(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));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4" name=""/>
          <p:cNvSpPr txBox="1"/>
          <p:nvPr/>
        </p:nvSpPr>
        <p:spPr>
          <a:xfrm>
            <a:off x="840600" y="3822120"/>
            <a:ext cx="365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for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(j = 0; j&lt;m; j++)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 // цикл по столбцам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840600" y="3969360"/>
            <a:ext cx="389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{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840600" y="4116600"/>
            <a:ext cx="2720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printf(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"a[%d][%d] = 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, i, j);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840600" y="4264200"/>
            <a:ext cx="2176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scanf(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"%d"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, &amp;a[i][j]);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2381760" y="2921760"/>
            <a:ext cx="1525320" cy="189720"/>
          </a:xfrm>
          <a:custGeom>
            <a:avLst/>
            <a:gdLst/>
            <a:ahLst/>
            <a:rect l="0" t="0" r="r" b="b"/>
            <a:pathLst>
              <a:path w="4237" h="527">
                <a:moveTo>
                  <a:pt x="0" y="0"/>
                </a:moveTo>
                <a:lnTo>
                  <a:pt x="4237" y="0"/>
                </a:lnTo>
                <a:lnTo>
                  <a:pt x="4237" y="527"/>
                </a:lnTo>
                <a:lnTo>
                  <a:pt x="0" y="52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2381760" y="2921760"/>
            <a:ext cx="1525320" cy="189720"/>
          </a:xfrm>
          <a:custGeom>
            <a:avLst/>
            <a:gdLst/>
            <a:ahLst/>
            <a:rect l="0" t="0" r="r" b="b"/>
            <a:pathLst>
              <a:path w="4237" h="527">
                <a:moveTo>
                  <a:pt x="0" y="0"/>
                </a:moveTo>
                <a:lnTo>
                  <a:pt x="4237" y="0"/>
                </a:lnTo>
                <a:lnTo>
                  <a:pt x="4237" y="527"/>
                </a:lnTo>
                <a:lnTo>
                  <a:pt x="0" y="527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13d85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5605200" y="2159280"/>
            <a:ext cx="2664000" cy="453960"/>
          </a:xfrm>
          <a:custGeom>
            <a:avLst/>
            <a:gdLst/>
            <a:ahLst/>
            <a:rect l="0" t="0" r="r" b="b"/>
            <a:pathLst>
              <a:path w="7400" h="1261">
                <a:moveTo>
                  <a:pt x="0" y="0"/>
                </a:moveTo>
                <a:lnTo>
                  <a:pt x="7400" y="0"/>
                </a:lnTo>
                <a:lnTo>
                  <a:pt x="7400" y="1261"/>
                </a:lnTo>
                <a:lnTo>
                  <a:pt x="0" y="12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5605200" y="2159280"/>
            <a:ext cx="2664000" cy="453960"/>
          </a:xfrm>
          <a:custGeom>
            <a:avLst/>
            <a:gdLst/>
            <a:ahLst/>
            <a:rect l="0" t="0" r="r" b="b"/>
            <a:pathLst>
              <a:path w="7400" h="1261">
                <a:moveTo>
                  <a:pt x="0" y="0"/>
                </a:moveTo>
                <a:lnTo>
                  <a:pt x="7400" y="0"/>
                </a:lnTo>
                <a:lnTo>
                  <a:pt x="7400" y="1261"/>
                </a:lnTo>
                <a:lnTo>
                  <a:pt x="0" y="1261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13d85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2" name=""/>
          <p:cNvSpPr txBox="1"/>
          <p:nvPr/>
        </p:nvSpPr>
        <p:spPr>
          <a:xfrm>
            <a:off x="840600" y="4411440"/>
            <a:ext cx="389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}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3906720" y="2386080"/>
            <a:ext cx="1698840" cy="630720"/>
          </a:xfrm>
          <a:custGeom>
            <a:avLst/>
            <a:gdLst/>
            <a:ahLst/>
            <a:rect l="0" t="0" r="r" b="b"/>
            <a:pathLst>
              <a:path w="4719" h="1752">
                <a:moveTo>
                  <a:pt x="4719" y="0"/>
                </a:moveTo>
                <a:cubicBezTo>
                  <a:pt x="3539" y="0"/>
                  <a:pt x="2950" y="438"/>
                  <a:pt x="2360" y="875"/>
                </a:cubicBezTo>
                <a:cubicBezTo>
                  <a:pt x="1770" y="1314"/>
                  <a:pt x="1181" y="1752"/>
                  <a:pt x="0" y="1752"/>
                </a:cubicBezTo>
                <a:lnTo>
                  <a:pt x="4719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3906720" y="2386080"/>
            <a:ext cx="1698840" cy="630720"/>
          </a:xfrm>
          <a:custGeom>
            <a:avLst/>
            <a:gdLst/>
            <a:ahLst/>
            <a:rect l="0" t="0" r="r" b="b"/>
            <a:pathLst>
              <a:path fill="none" w="4719" h="1752">
                <a:moveTo>
                  <a:pt x="4719" y="0"/>
                </a:moveTo>
                <a:cubicBezTo>
                  <a:pt x="3539" y="0"/>
                  <a:pt x="2950" y="438"/>
                  <a:pt x="2360" y="875"/>
                </a:cubicBezTo>
                <a:cubicBezTo>
                  <a:pt x="1770" y="1314"/>
                  <a:pt x="1181" y="1752"/>
                  <a:pt x="0" y="1752"/>
                </a:cubicBezTo>
              </a:path>
            </a:pathLst>
          </a:custGeom>
          <a:ln w="18720">
            <a:solidFill>
              <a:srgbClr val="013d85"/>
            </a:solidFill>
            <a:custDash>
              <a:ds d="405769" sp="303846"/>
            </a:custDash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5" name=""/>
          <p:cNvSpPr txBox="1"/>
          <p:nvPr/>
        </p:nvSpPr>
        <p:spPr>
          <a:xfrm>
            <a:off x="5767200" y="2266200"/>
            <a:ext cx="2335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000000"/>
                </a:solidFill>
                <a:latin typeface="CourierNew"/>
                <a:ea typeface="CourierNew"/>
              </a:rPr>
              <a:t>(n * </a:t>
            </a:r>
            <a:r>
              <a:rPr b="0" lang="en-US" sz="1700" spc="-1" strike="noStrike">
                <a:solidFill>
                  <a:srgbClr val="0645ad"/>
                </a:solidFill>
                <a:latin typeface="CourierNew"/>
                <a:ea typeface="CourierNew"/>
              </a:rPr>
              <a:t>sizeof</a:t>
            </a:r>
            <a:r>
              <a:rPr b="0" lang="en-US" sz="1700" spc="-1" strike="noStrike">
                <a:solidFill>
                  <a:srgbClr val="000000"/>
                </a:solidFill>
                <a:latin typeface="CourierNew"/>
                <a:ea typeface="CourierNew"/>
              </a:rPr>
              <a:t>(</a:t>
            </a:r>
            <a:r>
              <a:rPr b="0" lang="en-US" sz="1700" spc="-1" strike="noStrike">
                <a:solidFill>
                  <a:srgbClr val="0645ad"/>
                </a:solidFill>
                <a:latin typeface="CourierNew"/>
                <a:ea typeface="CourierNew"/>
              </a:rPr>
              <a:t>int*</a:t>
            </a:r>
            <a:r>
              <a:rPr b="0" lang="en-US" sz="1700" spc="-1" strike="noStrike">
                <a:solidFill>
                  <a:srgbClr val="000000"/>
                </a:solidFill>
                <a:latin typeface="CourierNew"/>
                <a:ea typeface="CourierNew"/>
              </a:rPr>
              <a:t>))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24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248" name=""/>
          <p:cNvSpPr/>
          <p:nvPr/>
        </p:nvSpPr>
        <p:spPr>
          <a:xfrm>
            <a:off x="590400" y="1364760"/>
            <a:ext cx="7988760" cy="3412800"/>
          </a:xfrm>
          <a:custGeom>
            <a:avLst/>
            <a:gdLst/>
            <a:ahLst/>
            <a:rect l="0" t="0" r="r" b="b"/>
            <a:pathLst>
              <a:path w="22191" h="9480">
                <a:moveTo>
                  <a:pt x="0" y="0"/>
                </a:moveTo>
                <a:lnTo>
                  <a:pt x="22191" y="0"/>
                </a:lnTo>
                <a:lnTo>
                  <a:pt x="22191" y="9480"/>
                </a:lnTo>
                <a:lnTo>
                  <a:pt x="0" y="9480"/>
                </a:lnTo>
                <a:lnTo>
                  <a:pt x="0" y="0"/>
                </a:lnTo>
                <a:close/>
              </a:path>
            </a:pathLst>
          </a:custGeom>
          <a:solidFill>
            <a:srgbClr val="fbf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500400" y="33048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754560" y="1516320"/>
            <a:ext cx="8226720" cy="3455280"/>
          </a:xfrm>
          <a:custGeom>
            <a:avLst/>
            <a:gdLst/>
            <a:ahLst/>
            <a:rect l="0" t="0" r="r" b="b"/>
            <a:pathLst>
              <a:path w="22852" h="9598">
                <a:moveTo>
                  <a:pt x="0" y="0"/>
                </a:moveTo>
                <a:lnTo>
                  <a:pt x="22852" y="0"/>
                </a:lnTo>
                <a:lnTo>
                  <a:pt x="22852" y="9598"/>
                </a:lnTo>
                <a:lnTo>
                  <a:pt x="0" y="9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586440" y="373680"/>
            <a:ext cx="334296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100" spc="-1" strike="noStrike">
                <a:solidFill>
                  <a:srgbClr val="000000"/>
                </a:solidFill>
                <a:latin typeface="Roboto"/>
                <a:ea typeface="Roboto"/>
              </a:rPr>
              <a:t>Слайд с кодом 2</a:t>
            </a:r>
            <a:endParaRPr b="0" lang="en-US" sz="3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2" name=""/>
          <p:cNvSpPr txBox="1"/>
          <p:nvPr/>
        </p:nvSpPr>
        <p:spPr>
          <a:xfrm>
            <a:off x="840600" y="1612440"/>
            <a:ext cx="4431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**a;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// указатель на указатель на строку элементов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840600" y="1759680"/>
            <a:ext cx="1322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i, j, n, m;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4" name=""/>
          <p:cNvSpPr txBox="1"/>
          <p:nvPr/>
        </p:nvSpPr>
        <p:spPr>
          <a:xfrm>
            <a:off x="840600" y="1906920"/>
            <a:ext cx="1710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system(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"chcp 1251"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5" name=""/>
          <p:cNvSpPr txBox="1"/>
          <p:nvPr/>
        </p:nvSpPr>
        <p:spPr>
          <a:xfrm>
            <a:off x="840600" y="2054160"/>
            <a:ext cx="1244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system(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"cls"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6" name=""/>
          <p:cNvSpPr txBox="1"/>
          <p:nvPr/>
        </p:nvSpPr>
        <p:spPr>
          <a:xfrm>
            <a:off x="840600" y="2201760"/>
            <a:ext cx="3109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printf(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"Введите количество строк: 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" name=""/>
          <p:cNvSpPr txBox="1"/>
          <p:nvPr/>
        </p:nvSpPr>
        <p:spPr>
          <a:xfrm>
            <a:off x="840600" y="2349000"/>
            <a:ext cx="1399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scanf(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"%d"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, &amp;n);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8" name=""/>
          <p:cNvSpPr txBox="1"/>
          <p:nvPr/>
        </p:nvSpPr>
        <p:spPr>
          <a:xfrm>
            <a:off x="840600" y="2496240"/>
            <a:ext cx="334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printf(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"Введите количество столбцов: 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840600" y="2643480"/>
            <a:ext cx="1399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scanf(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"%d"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, &amp;m);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840600" y="2790720"/>
            <a:ext cx="349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// Выделение памяти под указатели на строки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840600" y="2938320"/>
            <a:ext cx="3032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a = (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**)malloc (n *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sizeof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(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int*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));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840600" y="3085560"/>
            <a:ext cx="2099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// Ввод элементов массива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840600" y="3232800"/>
            <a:ext cx="3420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for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(i = 0; i&lt;n; i++)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 // цикл по строкам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840600" y="3380040"/>
            <a:ext cx="23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{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840600" y="3527280"/>
            <a:ext cx="3265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// Выделение памяти под хранение строк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840600" y="3674880"/>
            <a:ext cx="3187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a[i] = (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*)malloc(m *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sizeof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(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int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));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840600" y="3822120"/>
            <a:ext cx="365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645ad"/>
                </a:solidFill>
                <a:latin typeface="CourierNew"/>
                <a:ea typeface="CourierNew"/>
              </a:rPr>
              <a:t>for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(j = 0; j&lt;m; j++)  </a:t>
            </a:r>
            <a:r>
              <a:rPr b="0" lang="en-US" sz="1020" spc="-1" strike="noStrike">
                <a:solidFill>
                  <a:srgbClr val="019836"/>
                </a:solidFill>
                <a:latin typeface="CourierNew"/>
                <a:ea typeface="CourierNew"/>
              </a:rPr>
              <a:t> // цикл по столбцам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840600" y="3969360"/>
            <a:ext cx="389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{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840600" y="4116600"/>
            <a:ext cx="2720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printf(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"a[%d][%d] = 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, i, j);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840600" y="4264200"/>
            <a:ext cx="2176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scanf(</a:t>
            </a:r>
            <a:r>
              <a:rPr b="0" lang="en-US" sz="1020" spc="-1" strike="noStrike">
                <a:solidFill>
                  <a:srgbClr val="a61c00"/>
                </a:solidFill>
                <a:latin typeface="CourierNew"/>
                <a:ea typeface="CourierNew"/>
              </a:rPr>
              <a:t>"%d"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, &amp;a[i][j]);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840600" y="4411440"/>
            <a:ext cx="389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000000"/>
                </a:solidFill>
                <a:latin typeface="CourierNew"/>
                <a:ea typeface="CourierNew"/>
              </a:rPr>
              <a:t>}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27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274" name=""/>
          <p:cNvSpPr/>
          <p:nvPr/>
        </p:nvSpPr>
        <p:spPr>
          <a:xfrm>
            <a:off x="590400" y="1364760"/>
            <a:ext cx="7988760" cy="3412800"/>
          </a:xfrm>
          <a:custGeom>
            <a:avLst/>
            <a:gdLst/>
            <a:ahLst/>
            <a:rect l="0" t="0" r="r" b="b"/>
            <a:pathLst>
              <a:path w="22191" h="9480">
                <a:moveTo>
                  <a:pt x="0" y="0"/>
                </a:moveTo>
                <a:lnTo>
                  <a:pt x="22191" y="0"/>
                </a:lnTo>
                <a:lnTo>
                  <a:pt x="22191" y="9480"/>
                </a:lnTo>
                <a:lnTo>
                  <a:pt x="0" y="94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500400" y="33048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754560" y="1516320"/>
            <a:ext cx="8182080" cy="3225240"/>
          </a:xfrm>
          <a:custGeom>
            <a:avLst/>
            <a:gdLst/>
            <a:ahLst/>
            <a:rect l="0" t="0" r="r" b="b"/>
            <a:pathLst>
              <a:path w="22728" h="8959">
                <a:moveTo>
                  <a:pt x="0" y="0"/>
                </a:moveTo>
                <a:lnTo>
                  <a:pt x="22728" y="0"/>
                </a:lnTo>
                <a:lnTo>
                  <a:pt x="22728" y="8959"/>
                </a:lnTo>
                <a:lnTo>
                  <a:pt x="0" y="895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586440" y="373680"/>
            <a:ext cx="334296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100" spc="-1" strike="noStrike">
                <a:solidFill>
                  <a:srgbClr val="000000"/>
                </a:solidFill>
                <a:latin typeface="Roboto"/>
                <a:ea typeface="Roboto"/>
              </a:rPr>
              <a:t>Слайд с кодом 3</a:t>
            </a:r>
            <a:endParaRPr b="0" lang="en-US" sz="3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840600" y="1612440"/>
            <a:ext cx="4353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int **a;  // указатель на указатель на строку элементов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840600" y="1759680"/>
            <a:ext cx="1322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int i, j, n, m;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0" name=""/>
          <p:cNvSpPr txBox="1"/>
          <p:nvPr/>
        </p:nvSpPr>
        <p:spPr>
          <a:xfrm>
            <a:off x="840600" y="1906920"/>
            <a:ext cx="1710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system("chcp 1251");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1" name=""/>
          <p:cNvSpPr txBox="1"/>
          <p:nvPr/>
        </p:nvSpPr>
        <p:spPr>
          <a:xfrm>
            <a:off x="840600" y="2054160"/>
            <a:ext cx="1244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system("cls");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840600" y="2201760"/>
            <a:ext cx="3031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printf("Введите количество строк: ");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840600" y="2349000"/>
            <a:ext cx="1399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scanf("%d", &amp;n);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840600" y="2496240"/>
            <a:ext cx="3265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printf("Введите количество столбцов: ");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840600" y="2643480"/>
            <a:ext cx="1399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scanf("%d", &amp;m);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840600" y="2790720"/>
            <a:ext cx="349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// Выделение памяти под указатели на строки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840600" y="2938320"/>
            <a:ext cx="2954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a = (int**)malloc(n * sizeof(int*));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840600" y="3085560"/>
            <a:ext cx="2099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// Ввод элементов массива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840600" y="3232800"/>
            <a:ext cx="334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for (i = 0; i&lt;n; i++)  // цикл по строкам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840600" y="3380040"/>
            <a:ext cx="23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{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840600" y="3527640"/>
            <a:ext cx="3265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// Выделение памяти под хранение строк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840600" y="3674880"/>
            <a:ext cx="3187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a[i] = (int*)malloc(m * sizeof(int));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840600" y="3822120"/>
            <a:ext cx="3576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for (j = 0; j&lt;m; j++)  // цикл по столбцам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840600" y="3969360"/>
            <a:ext cx="389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{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840600" y="4116600"/>
            <a:ext cx="2720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  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printf("a[%d][%d] = ", i, j);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840600" y="4264200"/>
            <a:ext cx="2176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  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scanf("%d", &amp;a[i][j]);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840600" y="4411440"/>
            <a:ext cx="389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    </a:t>
            </a:r>
            <a:r>
              <a:rPr b="0" lang="en-US" sz="1020" spc="-1" strike="noStrike">
                <a:solidFill>
                  <a:srgbClr val="ffffff"/>
                </a:solidFill>
                <a:latin typeface="CourierNew"/>
                <a:ea typeface="CourierNew"/>
              </a:rPr>
              <a:t>}</a:t>
            </a:r>
            <a:endParaRPr b="0" lang="en-US" sz="102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29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300" name=""/>
          <p:cNvSpPr/>
          <p:nvPr/>
        </p:nvSpPr>
        <p:spPr>
          <a:xfrm>
            <a:off x="654840" y="401040"/>
            <a:ext cx="8520840" cy="1096200"/>
          </a:xfrm>
          <a:custGeom>
            <a:avLst/>
            <a:gdLst/>
            <a:ahLst/>
            <a:rect l="0" t="0" r="r" b="b"/>
            <a:pathLst>
              <a:path w="23669" h="3045">
                <a:moveTo>
                  <a:pt x="0" y="0"/>
                </a:moveTo>
                <a:lnTo>
                  <a:pt x="23669" y="0"/>
                </a:lnTo>
                <a:lnTo>
                  <a:pt x="23669" y="3045"/>
                </a:lnTo>
                <a:lnTo>
                  <a:pt x="0" y="30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654840" y="1366920"/>
            <a:ext cx="2269800" cy="706680"/>
          </a:xfrm>
          <a:custGeom>
            <a:avLst/>
            <a:gdLst/>
            <a:ahLst/>
            <a:rect l="0" t="0" r="r" b="b"/>
            <a:pathLst>
              <a:path w="6305" h="1963">
                <a:moveTo>
                  <a:pt x="0" y="0"/>
                </a:moveTo>
                <a:lnTo>
                  <a:pt x="6305" y="0"/>
                </a:lnTo>
                <a:lnTo>
                  <a:pt x="6305" y="1963"/>
                </a:lnTo>
                <a:lnTo>
                  <a:pt x="0" y="19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2924280" y="1366920"/>
            <a:ext cx="2637360" cy="706680"/>
          </a:xfrm>
          <a:custGeom>
            <a:avLst/>
            <a:gdLst/>
            <a:ahLst/>
            <a:rect l="0" t="0" r="r" b="b"/>
            <a:pathLst>
              <a:path w="7326" h="1963">
                <a:moveTo>
                  <a:pt x="0" y="0"/>
                </a:moveTo>
                <a:lnTo>
                  <a:pt x="7326" y="0"/>
                </a:lnTo>
                <a:lnTo>
                  <a:pt x="7326" y="1963"/>
                </a:lnTo>
                <a:lnTo>
                  <a:pt x="0" y="19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5561280" y="1366920"/>
            <a:ext cx="2927880" cy="706680"/>
          </a:xfrm>
          <a:custGeom>
            <a:avLst/>
            <a:gdLst/>
            <a:ahLst/>
            <a:rect l="0" t="0" r="r" b="b"/>
            <a:pathLst>
              <a:path w="8133" h="1963">
                <a:moveTo>
                  <a:pt x="0" y="0"/>
                </a:moveTo>
                <a:lnTo>
                  <a:pt x="8133" y="0"/>
                </a:lnTo>
                <a:lnTo>
                  <a:pt x="8133" y="1963"/>
                </a:lnTo>
                <a:lnTo>
                  <a:pt x="0" y="19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654840" y="1362240"/>
            <a:ext cx="0" cy="281736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2924280" y="1362240"/>
            <a:ext cx="0" cy="281736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5561280" y="1362240"/>
            <a:ext cx="0" cy="281736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8488800" y="1362240"/>
            <a:ext cx="0" cy="281736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649800" y="1366920"/>
            <a:ext cx="7844040" cy="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649800" y="2073240"/>
            <a:ext cx="7844040" cy="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649800" y="2493360"/>
            <a:ext cx="7844040" cy="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649800" y="2913840"/>
            <a:ext cx="7844040" cy="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649800" y="3333960"/>
            <a:ext cx="7844040" cy="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649800" y="3754440"/>
            <a:ext cx="7844040" cy="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649800" y="4174560"/>
            <a:ext cx="7844040" cy="0"/>
          </a:xfrm>
          <a:prstGeom prst="line">
            <a:avLst/>
          </a:prstGeom>
          <a:ln w="936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740520" y="445320"/>
            <a:ext cx="359892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000000"/>
                </a:solidFill>
                <a:latin typeface="Roboto"/>
                <a:ea typeface="Roboto"/>
              </a:rPr>
              <a:t>Слайд с таблицей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740520" y="1576080"/>
            <a:ext cx="1953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Название столбца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3010320" y="1576080"/>
            <a:ext cx="1953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Название столбца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5647320" y="1576080"/>
            <a:ext cx="1953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00" spc="-1" strike="noStrike">
                <a:solidFill>
                  <a:srgbClr val="9857f3"/>
                </a:solidFill>
                <a:latin typeface="Roboto"/>
                <a:ea typeface="Roboto"/>
              </a:rPr>
              <a:t>Название столбца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740520" y="2140920"/>
            <a:ext cx="2172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Текст нежирным шрифтом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3010320" y="2140920"/>
            <a:ext cx="2172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Текст нежирным шрифтом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5647320" y="2140920"/>
            <a:ext cx="2172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00" spc="-1" strike="noStrike">
                <a:solidFill>
                  <a:srgbClr val="000000"/>
                </a:solidFill>
                <a:latin typeface="Roboto"/>
                <a:ea typeface="Roboto"/>
              </a:rPr>
              <a:t>Текст нежирным шрифтом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0" y="-204480"/>
            <a:ext cx="9444240" cy="5348160"/>
          </a:xfrm>
          <a:custGeom>
            <a:avLst/>
            <a:gdLst/>
            <a:ahLst/>
            <a:rect l="0" t="0" r="r" b="b"/>
            <a:pathLst>
              <a:path w="26234" h="14856">
                <a:moveTo>
                  <a:pt x="0" y="0"/>
                </a:moveTo>
                <a:lnTo>
                  <a:pt x="26234" y="0"/>
                </a:lnTo>
                <a:lnTo>
                  <a:pt x="26234" y="14856"/>
                </a:lnTo>
                <a:lnTo>
                  <a:pt x="0" y="1485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2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443520" cy="9239400"/>
          </a:xfrm>
          <a:prstGeom prst="rect">
            <a:avLst/>
          </a:prstGeom>
          <a:ln w="0">
            <a:noFill/>
          </a:ln>
        </p:spPr>
      </p:pic>
      <p:sp>
        <p:nvSpPr>
          <p:cNvPr id="1325" name=""/>
          <p:cNvSpPr/>
          <p:nvPr/>
        </p:nvSpPr>
        <p:spPr>
          <a:xfrm>
            <a:off x="735120" y="797040"/>
            <a:ext cx="7131240" cy="3155760"/>
          </a:xfrm>
          <a:custGeom>
            <a:avLst/>
            <a:gdLst/>
            <a:ahLst/>
            <a:rect l="0" t="0" r="r" b="b"/>
            <a:pathLst>
              <a:path w="19809" h="8766">
                <a:moveTo>
                  <a:pt x="0" y="0"/>
                </a:moveTo>
                <a:lnTo>
                  <a:pt x="19809" y="0"/>
                </a:lnTo>
                <a:lnTo>
                  <a:pt x="19809" y="8766"/>
                </a:lnTo>
                <a:lnTo>
                  <a:pt x="0" y="876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735480" y="735120"/>
            <a:ext cx="6622560" cy="779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500" spc="-1" strike="noStrike">
                <a:solidFill>
                  <a:srgbClr val="ffffff"/>
                </a:solidFill>
                <a:latin typeface="Roboto"/>
                <a:ea typeface="Roboto"/>
              </a:rPr>
              <a:t>Единственно верного </a:t>
            </a:r>
            <a:endParaRPr b="0" lang="en-US" sz="4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735480" y="1420920"/>
            <a:ext cx="7512480" cy="779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500" spc="-1" strike="noStrike">
                <a:solidFill>
                  <a:srgbClr val="ffffff"/>
                </a:solidFill>
                <a:latin typeface="Roboto"/>
                <a:ea typeface="Roboto"/>
              </a:rPr>
              <a:t>решения не существует. </a:t>
            </a:r>
            <a:endParaRPr b="0" lang="en-US" sz="4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735480" y="2106720"/>
            <a:ext cx="5154840" cy="779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500" spc="-1" strike="noStrike">
                <a:solidFill>
                  <a:srgbClr val="ffffff"/>
                </a:solidFill>
                <a:latin typeface="Roboto"/>
                <a:ea typeface="Roboto"/>
              </a:rPr>
              <a:t>Хотя существует </a:t>
            </a:r>
            <a:endParaRPr b="0" lang="en-US" sz="4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5527800" y="3851640"/>
            <a:ext cx="3416760" cy="615960"/>
          </a:xfrm>
          <a:custGeom>
            <a:avLst/>
            <a:gdLst/>
            <a:ahLst/>
            <a:rect l="0" t="0" r="r" b="b"/>
            <a:pathLst>
              <a:path w="9491" h="1711">
                <a:moveTo>
                  <a:pt x="0" y="0"/>
                </a:moveTo>
                <a:lnTo>
                  <a:pt x="9491" y="0"/>
                </a:lnTo>
                <a:lnTo>
                  <a:pt x="9491" y="1711"/>
                </a:lnTo>
                <a:lnTo>
                  <a:pt x="0" y="171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735480" y="2792520"/>
            <a:ext cx="5122800" cy="779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500" spc="-1" strike="noStrike">
                <a:solidFill>
                  <a:srgbClr val="ffffff"/>
                </a:solidFill>
                <a:latin typeface="Roboto"/>
                <a:ea typeface="Roboto"/>
              </a:rPr>
              <a:t>много неверных.</a:t>
            </a:r>
            <a:endParaRPr b="0" lang="en-US" sz="4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5613840" y="3898800"/>
            <a:ext cx="338400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00" spc="-1" strike="noStrike">
                <a:solidFill>
                  <a:srgbClr val="ffffff"/>
                </a:solidFill>
                <a:latin typeface="Roboto"/>
                <a:ea typeface="Roboto"/>
              </a:rPr>
              <a:t>Дэвид Акин, NASA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3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334" name=""/>
          <p:cNvSpPr/>
          <p:nvPr/>
        </p:nvSpPr>
        <p:spPr>
          <a:xfrm>
            <a:off x="595800" y="1529640"/>
            <a:ext cx="7706160" cy="1601280"/>
          </a:xfrm>
          <a:custGeom>
            <a:avLst/>
            <a:gdLst/>
            <a:ahLst/>
            <a:rect l="0" t="0" r="r" b="b"/>
            <a:pathLst>
              <a:path w="21406" h="4448">
                <a:moveTo>
                  <a:pt x="0" y="0"/>
                </a:moveTo>
                <a:lnTo>
                  <a:pt x="21406" y="0"/>
                </a:lnTo>
                <a:lnTo>
                  <a:pt x="21406" y="4448"/>
                </a:lnTo>
                <a:lnTo>
                  <a:pt x="0" y="444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681480" y="1565640"/>
            <a:ext cx="7913160" cy="794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600" spc="-1" strike="noStrike">
                <a:solidFill>
                  <a:srgbClr val="000000"/>
                </a:solidFill>
                <a:latin typeface="Roboto"/>
                <a:ea typeface="Roboto"/>
              </a:rPr>
              <a:t>Инструменты для работы</a:t>
            </a:r>
            <a:endParaRPr b="0" lang="en-US" sz="4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7899840" y="277200"/>
            <a:ext cx="939960" cy="939600"/>
          </a:xfrm>
          <a:custGeom>
            <a:avLst/>
            <a:gdLst/>
            <a:ahLst/>
            <a:rect l="0" t="0" r="r" b="b"/>
            <a:pathLst>
              <a:path w="2611" h="2610">
                <a:moveTo>
                  <a:pt x="0" y="0"/>
                </a:moveTo>
                <a:lnTo>
                  <a:pt x="2611" y="0"/>
                </a:lnTo>
                <a:lnTo>
                  <a:pt x="2611" y="2610"/>
                </a:lnTo>
                <a:lnTo>
                  <a:pt x="0" y="261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37" name="" descr=""/>
          <p:cNvPicPr/>
          <p:nvPr/>
        </p:nvPicPr>
        <p:blipFill>
          <a:blip r:embed="rId2"/>
          <a:stretch/>
        </p:blipFill>
        <p:spPr>
          <a:xfrm>
            <a:off x="7900200" y="277560"/>
            <a:ext cx="938880" cy="938880"/>
          </a:xfrm>
          <a:prstGeom prst="rect">
            <a:avLst/>
          </a:prstGeom>
          <a:ln w="0">
            <a:noFill/>
          </a:ln>
        </p:spPr>
      </p:pic>
      <p:sp>
        <p:nvSpPr>
          <p:cNvPr id="1338" name=""/>
          <p:cNvSpPr txBox="1"/>
          <p:nvPr/>
        </p:nvSpPr>
        <p:spPr>
          <a:xfrm>
            <a:off x="681480" y="2266560"/>
            <a:ext cx="4863960" cy="794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600" spc="-1" strike="noStrike">
                <a:solidFill>
                  <a:srgbClr val="000000"/>
                </a:solidFill>
                <a:latin typeface="Roboto"/>
                <a:ea typeface="Roboto"/>
              </a:rPr>
              <a:t>с презентацией</a:t>
            </a:r>
            <a:endParaRPr b="0" lang="en-US" sz="4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4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341" name=""/>
          <p:cNvSpPr/>
          <p:nvPr/>
        </p:nvSpPr>
        <p:spPr>
          <a:xfrm>
            <a:off x="629640" y="691200"/>
            <a:ext cx="8424000" cy="4557240"/>
          </a:xfrm>
          <a:custGeom>
            <a:avLst/>
            <a:gdLst/>
            <a:ahLst/>
            <a:rect l="0" t="0" r="r" b="b"/>
            <a:pathLst>
              <a:path w="23400" h="12659">
                <a:moveTo>
                  <a:pt x="0" y="0"/>
                </a:moveTo>
                <a:lnTo>
                  <a:pt x="23400" y="0"/>
                </a:lnTo>
                <a:lnTo>
                  <a:pt x="23400" y="12659"/>
                </a:lnTo>
                <a:lnTo>
                  <a:pt x="0" y="1265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715680" y="784800"/>
            <a:ext cx="811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1. Текст: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837000" y="123048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1172880" y="1201320"/>
            <a:ext cx="23324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Одна мысль — один слайд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837000" y="147600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1172880" y="1446840"/>
            <a:ext cx="7201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Размещайте на каждом слайде до 5 строк текста, не более 5 слов в каждой строке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837000" y="172116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1172880" y="1692000"/>
            <a:ext cx="551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Выделяйте главные идеи с помощью размера и цвета шрифта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837000" y="196668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1172880" y="1937520"/>
            <a:ext cx="55648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Используйте подзаголовки, если заголовок слишком длинный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837000" y="221184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5105880" y="2207880"/>
            <a:ext cx="0" cy="208080"/>
          </a:xfrm>
          <a:custGeom>
            <a:avLst/>
            <a:gdLst/>
            <a:ahLst/>
            <a:rect l="0" t="0" r="r" b="b"/>
            <a:pathLst>
              <a:path w="0" h="578">
                <a:moveTo>
                  <a:pt x="0" y="0"/>
                </a:moveTo>
                <a:lnTo>
                  <a:pt x="0" y="57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1172880" y="2182680"/>
            <a:ext cx="4188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Группируйте информацию в визуальные блоки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837000" y="245736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5999760" y="2453400"/>
            <a:ext cx="0" cy="208080"/>
          </a:xfrm>
          <a:custGeom>
            <a:avLst/>
            <a:gdLst/>
            <a:ahLst/>
            <a:rect l="0" t="0" r="r" b="b"/>
            <a:pathLst>
              <a:path w="0" h="578">
                <a:moveTo>
                  <a:pt x="0" y="0"/>
                </a:moveTo>
                <a:lnTo>
                  <a:pt x="0" y="57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1172880" y="2428200"/>
            <a:ext cx="5064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Делите большие текстовые блоки на колонки или списки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837000" y="270288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7403760" y="2698560"/>
            <a:ext cx="0" cy="208440"/>
          </a:xfrm>
          <a:custGeom>
            <a:avLst/>
            <a:gdLst/>
            <a:ahLst/>
            <a:rect l="0" t="0" r="r" b="b"/>
            <a:pathLst>
              <a:path w="0" h="579">
                <a:moveTo>
                  <a:pt x="0" y="0"/>
                </a:moveTo>
                <a:lnTo>
                  <a:pt x="0" y="5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1172880" y="2937960"/>
            <a:ext cx="4822920" cy="213840"/>
          </a:xfrm>
          <a:custGeom>
            <a:avLst/>
            <a:gdLst/>
            <a:ahLst/>
            <a:rect l="0" t="0" r="r" b="b"/>
            <a:pathLst>
              <a:path w="13397" h="594">
                <a:moveTo>
                  <a:pt x="0" y="0"/>
                </a:moveTo>
                <a:lnTo>
                  <a:pt x="13397" y="0"/>
                </a:lnTo>
                <a:lnTo>
                  <a:pt x="13397" y="594"/>
                </a:lnTo>
                <a:lnTo>
                  <a:pt x="0" y="5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1172880" y="2673720"/>
            <a:ext cx="6541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Используйте стрелки для обозначения последовательности информации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1172880" y="2944080"/>
            <a:ext cx="4822920" cy="208440"/>
          </a:xfrm>
          <a:custGeom>
            <a:avLst/>
            <a:gdLst/>
            <a:ahLst/>
            <a:rect l="0" t="0" r="r" b="b"/>
            <a:pathLst>
              <a:path w="13397" h="579">
                <a:moveTo>
                  <a:pt x="0" y="0"/>
                </a:moveTo>
                <a:lnTo>
                  <a:pt x="13397" y="0"/>
                </a:lnTo>
                <a:lnTo>
                  <a:pt x="13397" y="579"/>
                </a:lnTo>
                <a:lnTo>
                  <a:pt x="0" y="5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837000" y="294804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5995440" y="2944080"/>
            <a:ext cx="44280" cy="208440"/>
          </a:xfrm>
          <a:custGeom>
            <a:avLst/>
            <a:gdLst/>
            <a:ahLst/>
            <a:rect l="0" t="0" r="r" b="b"/>
            <a:pathLst>
              <a:path w="123" h="579">
                <a:moveTo>
                  <a:pt x="0" y="0"/>
                </a:moveTo>
                <a:lnTo>
                  <a:pt x="123" y="0"/>
                </a:lnTo>
                <a:lnTo>
                  <a:pt x="123" y="579"/>
                </a:lnTo>
                <a:lnTo>
                  <a:pt x="0" y="5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1172880" y="2918880"/>
            <a:ext cx="5074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Чередуйте текстовые блоки с графическими элементами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715680" y="3315240"/>
            <a:ext cx="7553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2. Используйте шрифт Roboto, кегль: заголовок – 25-30, подзаголовок –  17,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715680" y="3578040"/>
            <a:ext cx="52156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основной текст – 15-12, межстрочный интервал 1,15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2100240" y="4096440"/>
            <a:ext cx="949680" cy="223560"/>
          </a:xfrm>
          <a:custGeom>
            <a:avLst/>
            <a:gdLst/>
            <a:ahLst/>
            <a:rect l="0" t="0" r="r" b="b"/>
            <a:pathLst>
              <a:path w="2638" h="621">
                <a:moveTo>
                  <a:pt x="0" y="0"/>
                </a:moveTo>
                <a:lnTo>
                  <a:pt x="2638" y="0"/>
                </a:lnTo>
                <a:lnTo>
                  <a:pt x="2638" y="621"/>
                </a:lnTo>
                <a:lnTo>
                  <a:pt x="0" y="6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2100240" y="4285440"/>
            <a:ext cx="949680" cy="17640"/>
          </a:xfrm>
          <a:custGeom>
            <a:avLst/>
            <a:gdLst/>
            <a:ahLst/>
            <a:rect l="0" t="0" r="r" b="b"/>
            <a:pathLst>
              <a:path w="2638" h="49">
                <a:moveTo>
                  <a:pt x="0" y="0"/>
                </a:moveTo>
                <a:lnTo>
                  <a:pt x="2638" y="0"/>
                </a:lnTo>
                <a:lnTo>
                  <a:pt x="2638" y="49"/>
                </a:lnTo>
                <a:lnTo>
                  <a:pt x="0" y="49"/>
                </a:lnTo>
                <a:lnTo>
                  <a:pt x="0" y="0"/>
                </a:lnTo>
                <a:close/>
              </a:path>
            </a:pathLst>
          </a:custGeom>
          <a:solidFill>
            <a:srgbClr val="8b8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715680" y="4069800"/>
            <a:ext cx="3876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3. Соблюдайте </a:t>
            </a:r>
            <a:r>
              <a:rPr b="1" lang="en-US" sz="1500" spc="-1" strike="noStrike">
                <a:solidFill>
                  <a:srgbClr val="8b8ee3"/>
                </a:solidFill>
                <a:latin typeface="Roboto"/>
                <a:ea typeface="Roboto"/>
              </a:rPr>
              <a:t>структуру </a:t>
            </a:r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презентации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70" name="" descr=""/>
          <p:cNvPicPr/>
          <p:nvPr/>
        </p:nvPicPr>
        <p:blipFill>
          <a:blip r:embed="rId2"/>
          <a:stretch/>
        </p:blipFill>
        <p:spPr>
          <a:xfrm>
            <a:off x="4320360" y="4222080"/>
            <a:ext cx="1379520" cy="806040"/>
          </a:xfrm>
          <a:prstGeom prst="rect">
            <a:avLst/>
          </a:prstGeom>
          <a:ln w="0">
            <a:noFill/>
          </a:ln>
        </p:spPr>
      </p:pic>
      <p:sp>
        <p:nvSpPr>
          <p:cNvPr id="1371" name=""/>
          <p:cNvSpPr/>
          <p:nvPr/>
        </p:nvSpPr>
        <p:spPr>
          <a:xfrm>
            <a:off x="4510440" y="4394880"/>
            <a:ext cx="980280" cy="406800"/>
          </a:xfrm>
          <a:custGeom>
            <a:avLst/>
            <a:gdLst/>
            <a:ahLst/>
            <a:rect l="0" t="0" r="r" b="b"/>
            <a:pathLst>
              <a:path w="2723" h="1130">
                <a:moveTo>
                  <a:pt x="0" y="0"/>
                </a:moveTo>
                <a:lnTo>
                  <a:pt x="2723" y="0"/>
                </a:lnTo>
                <a:lnTo>
                  <a:pt x="2723" y="1130"/>
                </a:lnTo>
                <a:lnTo>
                  <a:pt x="0" y="113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72" name="" descr=""/>
          <p:cNvPicPr/>
          <p:nvPr/>
        </p:nvPicPr>
        <p:blipFill>
          <a:blip r:embed="rId3"/>
          <a:stretch/>
        </p:blipFill>
        <p:spPr>
          <a:xfrm>
            <a:off x="4510800" y="4395240"/>
            <a:ext cx="979560" cy="405720"/>
          </a:xfrm>
          <a:prstGeom prst="rect">
            <a:avLst/>
          </a:prstGeom>
          <a:ln w="0">
            <a:noFill/>
          </a:ln>
        </p:spPr>
      </p:pic>
      <p:sp>
        <p:nvSpPr>
          <p:cNvPr id="1373" name=""/>
          <p:cNvSpPr txBox="1"/>
          <p:nvPr/>
        </p:nvSpPr>
        <p:spPr>
          <a:xfrm>
            <a:off x="715680" y="4561200"/>
            <a:ext cx="4060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4. Удалите все методические подсказки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7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376" name=""/>
          <p:cNvSpPr/>
          <p:nvPr/>
        </p:nvSpPr>
        <p:spPr>
          <a:xfrm>
            <a:off x="629640" y="780840"/>
            <a:ext cx="8424000" cy="2144520"/>
          </a:xfrm>
          <a:custGeom>
            <a:avLst/>
            <a:gdLst/>
            <a:ahLst/>
            <a:rect l="0" t="0" r="r" b="b"/>
            <a:pathLst>
              <a:path w="23400" h="5957">
                <a:moveTo>
                  <a:pt x="0" y="0"/>
                </a:moveTo>
                <a:lnTo>
                  <a:pt x="23400" y="0"/>
                </a:lnTo>
                <a:lnTo>
                  <a:pt x="23400" y="5957"/>
                </a:lnTo>
                <a:lnTo>
                  <a:pt x="0" y="595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715680" y="862200"/>
            <a:ext cx="8795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5. Используйте нашу фирменную цветовую палитру (её найдете в следующем слайде)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715680" y="1319400"/>
            <a:ext cx="2702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000000"/>
                </a:solidFill>
                <a:latin typeface="Roboto"/>
                <a:ea typeface="Roboto"/>
              </a:rPr>
              <a:t>6. Визуальные материалы: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837000" y="173088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1172880" y="1701720"/>
            <a:ext cx="5304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Добавляйте релевантные изображения к текстовым блокам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837000" y="197640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1172880" y="1947240"/>
            <a:ext cx="6206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Используйте иконки или эмодзи для визуализации ключевых пунктов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837000" y="2221920"/>
            <a:ext cx="17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●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1172880" y="2192760"/>
            <a:ext cx="6008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Используйте инфографику для визуализации сложной информации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5113800" y="2615400"/>
            <a:ext cx="635760" cy="208440"/>
          </a:xfrm>
          <a:custGeom>
            <a:avLst/>
            <a:gdLst/>
            <a:ahLst/>
            <a:rect l="0" t="0" r="r" b="b"/>
            <a:pathLst>
              <a:path w="1766" h="579">
                <a:moveTo>
                  <a:pt x="0" y="0"/>
                </a:moveTo>
                <a:lnTo>
                  <a:pt x="1766" y="0"/>
                </a:lnTo>
                <a:lnTo>
                  <a:pt x="1766" y="579"/>
                </a:lnTo>
                <a:lnTo>
                  <a:pt x="0" y="5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5749200" y="2615400"/>
            <a:ext cx="0" cy="208080"/>
          </a:xfrm>
          <a:custGeom>
            <a:avLst/>
            <a:gdLst/>
            <a:ahLst/>
            <a:rect l="0" t="0" r="r" b="b"/>
            <a:pathLst>
              <a:path w="0" h="578">
                <a:moveTo>
                  <a:pt x="0" y="0"/>
                </a:moveTo>
                <a:lnTo>
                  <a:pt x="0" y="57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5113800" y="2791800"/>
            <a:ext cx="635760" cy="16560"/>
          </a:xfrm>
          <a:custGeom>
            <a:avLst/>
            <a:gdLst/>
            <a:ahLst/>
            <a:rect l="0" t="0" r="r" b="b"/>
            <a:pathLst>
              <a:path w="1766" h="46">
                <a:moveTo>
                  <a:pt x="0" y="0"/>
                </a:moveTo>
                <a:lnTo>
                  <a:pt x="1766" y="0"/>
                </a:lnTo>
                <a:lnTo>
                  <a:pt x="1766" y="46"/>
                </a:lnTo>
                <a:lnTo>
                  <a:pt x="0" y="46"/>
                </a:lnTo>
                <a:lnTo>
                  <a:pt x="0" y="0"/>
                </a:lnTo>
                <a:close/>
              </a:path>
            </a:pathLst>
          </a:custGeom>
          <a:solidFill>
            <a:srgbClr val="8b8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747360" y="2576520"/>
            <a:ext cx="348840" cy="348840"/>
          </a:xfrm>
          <a:custGeom>
            <a:avLst/>
            <a:gdLst/>
            <a:ahLst/>
            <a:rect l="0" t="0" r="r" b="b"/>
            <a:pathLst>
              <a:path w="969" h="969">
                <a:moveTo>
                  <a:pt x="0" y="0"/>
                </a:moveTo>
                <a:lnTo>
                  <a:pt x="969" y="0"/>
                </a:lnTo>
                <a:lnTo>
                  <a:pt x="969" y="969"/>
                </a:lnTo>
                <a:lnTo>
                  <a:pt x="0" y="96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89" name="" descr=""/>
          <p:cNvPicPr/>
          <p:nvPr/>
        </p:nvPicPr>
        <p:blipFill>
          <a:blip r:embed="rId2"/>
          <a:stretch/>
        </p:blipFill>
        <p:spPr>
          <a:xfrm>
            <a:off x="747720" y="2576520"/>
            <a:ext cx="348120" cy="348120"/>
          </a:xfrm>
          <a:prstGeom prst="rect">
            <a:avLst/>
          </a:prstGeom>
          <a:ln w="0">
            <a:noFill/>
          </a:ln>
        </p:spPr>
      </p:pic>
      <p:sp>
        <p:nvSpPr>
          <p:cNvPr id="1390" name=""/>
          <p:cNvSpPr txBox="1"/>
          <p:nvPr/>
        </p:nvSpPr>
        <p:spPr>
          <a:xfrm>
            <a:off x="715680" y="2590560"/>
            <a:ext cx="5546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          </a:t>
            </a:r>
            <a:r>
              <a:rPr b="1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качественные изображения вы можете взять </a:t>
            </a:r>
            <a:r>
              <a:rPr b="1" lang="en-US" sz="1400" spc="-1" strike="noStrike">
                <a:solidFill>
                  <a:srgbClr val="8b8ee3"/>
                </a:solidFill>
                <a:latin typeface="Roboto"/>
                <a:ea typeface="Roboto"/>
              </a:rPr>
              <a:t>в папке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9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393" name=""/>
          <p:cNvSpPr/>
          <p:nvPr/>
        </p:nvSpPr>
        <p:spPr>
          <a:xfrm>
            <a:off x="1441080" y="89964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4"/>
                  <a:pt x="5094" y="149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9"/>
                </a:lnTo>
                <a:cubicBezTo>
                  <a:pt x="5242" y="2808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8"/>
                  <a:pt x="0" y="2529"/>
                </a:cubicBezTo>
                <a:lnTo>
                  <a:pt x="0" y="506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5587560" y="331740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6"/>
                  <a:pt x="226" y="0"/>
                  <a:pt x="505" y="0"/>
                </a:cubicBezTo>
                <a:lnTo>
                  <a:pt x="4736" y="0"/>
                </a:lnTo>
                <a:cubicBezTo>
                  <a:pt x="4870" y="0"/>
                  <a:pt x="4999" y="53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7"/>
                  <a:pt x="5016" y="3034"/>
                  <a:pt x="4736" y="3034"/>
                </a:cubicBezTo>
                <a:lnTo>
                  <a:pt x="505" y="3034"/>
                </a:lnTo>
                <a:cubicBezTo>
                  <a:pt x="226" y="3034"/>
                  <a:pt x="0" y="2807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4811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3486240" y="89964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4"/>
                  <a:pt x="5094" y="149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9"/>
                </a:lnTo>
                <a:cubicBezTo>
                  <a:pt x="5242" y="2808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8"/>
                  <a:pt x="0" y="2529"/>
                </a:cubicBezTo>
                <a:lnTo>
                  <a:pt x="0" y="506"/>
                </a:lnTo>
                <a:close/>
              </a:path>
            </a:pathLst>
          </a:custGeom>
          <a:solidFill>
            <a:srgbClr val="ffd7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1441080" y="331740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6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3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7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7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2ab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6118560" y="3739320"/>
            <a:ext cx="8326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#4811c5ff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1441080" y="210852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4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8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8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9857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9" name=""/>
          <p:cNvSpPr txBox="1"/>
          <p:nvPr/>
        </p:nvSpPr>
        <p:spPr>
          <a:xfrm>
            <a:off x="1973160" y="3739320"/>
            <a:ext cx="8542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#2ab7e4ff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3486240" y="331740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6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3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7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7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005e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3486240" y="331740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6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3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7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7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noFill/>
          <a:ln w="9360">
            <a:solidFill>
              <a:srgbClr val="005ecf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1987560" y="2530440"/>
            <a:ext cx="808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#9857f3ff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5587560" y="89964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5" y="0"/>
                </a:cubicBezTo>
                <a:lnTo>
                  <a:pt x="4736" y="0"/>
                </a:lnTo>
                <a:cubicBezTo>
                  <a:pt x="4870" y="0"/>
                  <a:pt x="4999" y="54"/>
                  <a:pt x="5094" y="149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9"/>
                </a:lnTo>
                <a:cubicBezTo>
                  <a:pt x="5242" y="2808"/>
                  <a:pt x="5016" y="3034"/>
                  <a:pt x="4736" y="3034"/>
                </a:cubicBezTo>
                <a:lnTo>
                  <a:pt x="505" y="3034"/>
                </a:lnTo>
                <a:cubicBezTo>
                  <a:pt x="226" y="3034"/>
                  <a:pt x="0" y="2808"/>
                  <a:pt x="0" y="2529"/>
                </a:cubicBezTo>
                <a:lnTo>
                  <a:pt x="0" y="506"/>
                </a:lnTo>
                <a:close/>
              </a:path>
            </a:pathLst>
          </a:custGeom>
          <a:solidFill>
            <a:srgbClr val="e17a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4100760" y="3739320"/>
            <a:ext cx="668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#005ecf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3486240" y="210852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6" y="0"/>
                </a:cubicBezTo>
                <a:lnTo>
                  <a:pt x="4737" y="0"/>
                </a:lnTo>
                <a:cubicBezTo>
                  <a:pt x="4871" y="0"/>
                  <a:pt x="4999" y="54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8"/>
                  <a:pt x="5016" y="3034"/>
                  <a:pt x="4737" y="3034"/>
                </a:cubicBezTo>
                <a:lnTo>
                  <a:pt x="506" y="3034"/>
                </a:lnTo>
                <a:cubicBezTo>
                  <a:pt x="226" y="3034"/>
                  <a:pt x="0" y="2808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740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6119640" y="1321560"/>
            <a:ext cx="8542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#e17a1bff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5587560" y="2108520"/>
            <a:ext cx="1887120" cy="1092240"/>
          </a:xfrm>
          <a:custGeom>
            <a:avLst/>
            <a:gdLst/>
            <a:ahLst/>
            <a:rect l="0" t="0" r="r" b="b"/>
            <a:pathLst>
              <a:path w="5242" h="3034">
                <a:moveTo>
                  <a:pt x="0" y="506"/>
                </a:moveTo>
                <a:cubicBezTo>
                  <a:pt x="0" y="227"/>
                  <a:pt x="226" y="0"/>
                  <a:pt x="505" y="0"/>
                </a:cubicBezTo>
                <a:lnTo>
                  <a:pt x="4736" y="0"/>
                </a:lnTo>
                <a:cubicBezTo>
                  <a:pt x="4870" y="0"/>
                  <a:pt x="4999" y="54"/>
                  <a:pt x="5094" y="148"/>
                </a:cubicBezTo>
                <a:cubicBezTo>
                  <a:pt x="5189" y="243"/>
                  <a:pt x="5242" y="372"/>
                  <a:pt x="5242" y="506"/>
                </a:cubicBezTo>
                <a:lnTo>
                  <a:pt x="5242" y="2528"/>
                </a:lnTo>
                <a:cubicBezTo>
                  <a:pt x="5242" y="2808"/>
                  <a:pt x="5016" y="3034"/>
                  <a:pt x="4736" y="3034"/>
                </a:cubicBezTo>
                <a:lnTo>
                  <a:pt x="505" y="3034"/>
                </a:lnTo>
                <a:cubicBezTo>
                  <a:pt x="226" y="3034"/>
                  <a:pt x="0" y="2808"/>
                  <a:pt x="0" y="2528"/>
                </a:cubicBezTo>
                <a:lnTo>
                  <a:pt x="0" y="506"/>
                </a:lnTo>
                <a:close/>
              </a:path>
            </a:pathLst>
          </a:custGeom>
          <a:solidFill>
            <a:srgbClr val="40299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4032720" y="2530440"/>
            <a:ext cx="816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#740fb5ff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1746360" y="1219320"/>
            <a:ext cx="1276560" cy="659880"/>
          </a:xfrm>
          <a:custGeom>
            <a:avLst/>
            <a:gdLst/>
            <a:ahLst/>
            <a:rect l="0" t="0" r="r" b="b"/>
            <a:pathLst>
              <a:path w="3546" h="1833">
                <a:moveTo>
                  <a:pt x="0" y="0"/>
                </a:moveTo>
                <a:lnTo>
                  <a:pt x="3546" y="0"/>
                </a:lnTo>
                <a:lnTo>
                  <a:pt x="3546" y="1833"/>
                </a:lnTo>
                <a:lnTo>
                  <a:pt x="0" y="1833"/>
                </a:lnTo>
                <a:lnTo>
                  <a:pt x="0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1746360" y="1219320"/>
            <a:ext cx="1276560" cy="659880"/>
          </a:xfrm>
          <a:custGeom>
            <a:avLst/>
            <a:gdLst/>
            <a:ahLst/>
            <a:rect l="0" t="0" r="r" b="b"/>
            <a:pathLst>
              <a:path w="3546" h="1833">
                <a:moveTo>
                  <a:pt x="0" y="0"/>
                </a:moveTo>
                <a:lnTo>
                  <a:pt x="3546" y="0"/>
                </a:lnTo>
                <a:lnTo>
                  <a:pt x="3546" y="1833"/>
                </a:lnTo>
                <a:lnTo>
                  <a:pt x="0" y="183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eeeeee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6114960" y="2530440"/>
            <a:ext cx="857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#40299bff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3933720" y="1219320"/>
            <a:ext cx="1276560" cy="659880"/>
          </a:xfrm>
          <a:custGeom>
            <a:avLst/>
            <a:gdLst/>
            <a:ahLst/>
            <a:rect l="0" t="0" r="r" b="b"/>
            <a:pathLst>
              <a:path w="3546" h="1833">
                <a:moveTo>
                  <a:pt x="0" y="0"/>
                </a:moveTo>
                <a:lnTo>
                  <a:pt x="3546" y="0"/>
                </a:lnTo>
                <a:lnTo>
                  <a:pt x="3546" y="1833"/>
                </a:lnTo>
                <a:lnTo>
                  <a:pt x="0" y="1833"/>
                </a:lnTo>
                <a:lnTo>
                  <a:pt x="0" y="0"/>
                </a:lnTo>
                <a:close/>
              </a:path>
            </a:pathLst>
          </a:custGeom>
          <a:solidFill>
            <a:srgbClr val="ffd7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3" name=""/>
          <p:cNvSpPr txBox="1"/>
          <p:nvPr/>
        </p:nvSpPr>
        <p:spPr>
          <a:xfrm>
            <a:off x="1832400" y="1281600"/>
            <a:ext cx="10202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000000"/>
                </a:solidFill>
                <a:latin typeface="Roboto"/>
                <a:ea typeface="Roboto"/>
              </a:rPr>
              <a:t>#eeeeeeff</a:t>
            </a:r>
            <a:endParaRPr b="0" lang="en-US" sz="1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4019760" y="1285560"/>
            <a:ext cx="776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Roboto"/>
                <a:ea typeface="Roboto"/>
              </a:rPr>
              <a:t>#ffd709ff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417" name=""/>
          <p:cNvSpPr/>
          <p:nvPr/>
        </p:nvSpPr>
        <p:spPr>
          <a:xfrm>
            <a:off x="1571040" y="2723760"/>
            <a:ext cx="500040" cy="500040"/>
          </a:xfrm>
          <a:custGeom>
            <a:avLst/>
            <a:gdLst/>
            <a:ahLst/>
            <a:rect l="0" t="0" r="r" b="b"/>
            <a:pathLst>
              <a:path w="1389" h="1389">
                <a:moveTo>
                  <a:pt x="0" y="0"/>
                </a:moveTo>
                <a:lnTo>
                  <a:pt x="1389" y="0"/>
                </a:lnTo>
                <a:lnTo>
                  <a:pt x="1389" y="1389"/>
                </a:lnTo>
                <a:lnTo>
                  <a:pt x="0" y="138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18" name="" descr=""/>
          <p:cNvPicPr/>
          <p:nvPr/>
        </p:nvPicPr>
        <p:blipFill>
          <a:blip r:embed="rId2"/>
          <a:stretch/>
        </p:blipFill>
        <p:spPr>
          <a:xfrm>
            <a:off x="1571400" y="272412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1419" name=""/>
          <p:cNvSpPr/>
          <p:nvPr/>
        </p:nvSpPr>
        <p:spPr>
          <a:xfrm>
            <a:off x="1785240" y="583200"/>
            <a:ext cx="499680" cy="499680"/>
          </a:xfrm>
          <a:custGeom>
            <a:avLst/>
            <a:gdLst/>
            <a:ahLst/>
            <a:rect l="0" t="0" r="r" b="b"/>
            <a:pathLst>
              <a:path w="1388" h="1388">
                <a:moveTo>
                  <a:pt x="0" y="0"/>
                </a:moveTo>
                <a:lnTo>
                  <a:pt x="1388" y="0"/>
                </a:lnTo>
                <a:lnTo>
                  <a:pt x="1388" y="1388"/>
                </a:lnTo>
                <a:lnTo>
                  <a:pt x="0" y="13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20" name="" descr=""/>
          <p:cNvPicPr/>
          <p:nvPr/>
        </p:nvPicPr>
        <p:blipFill>
          <a:blip r:embed="rId3"/>
          <a:stretch/>
        </p:blipFill>
        <p:spPr>
          <a:xfrm>
            <a:off x="1785240" y="58320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1421" name=""/>
          <p:cNvSpPr/>
          <p:nvPr/>
        </p:nvSpPr>
        <p:spPr>
          <a:xfrm>
            <a:off x="5684040" y="2316240"/>
            <a:ext cx="556200" cy="556200"/>
          </a:xfrm>
          <a:custGeom>
            <a:avLst/>
            <a:gdLst/>
            <a:ahLst/>
            <a:rect l="0" t="0" r="r" b="b"/>
            <a:pathLst>
              <a:path w="1545" h="1545">
                <a:moveTo>
                  <a:pt x="0" y="0"/>
                </a:moveTo>
                <a:lnTo>
                  <a:pt x="1545" y="0"/>
                </a:lnTo>
                <a:lnTo>
                  <a:pt x="1545" y="1545"/>
                </a:lnTo>
                <a:lnTo>
                  <a:pt x="0" y="15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22" name="" descr=""/>
          <p:cNvPicPr/>
          <p:nvPr/>
        </p:nvPicPr>
        <p:blipFill>
          <a:blip r:embed="rId4"/>
          <a:stretch/>
        </p:blipFill>
        <p:spPr>
          <a:xfrm>
            <a:off x="5684400" y="2316600"/>
            <a:ext cx="555480" cy="555480"/>
          </a:xfrm>
          <a:prstGeom prst="rect">
            <a:avLst/>
          </a:prstGeom>
          <a:ln w="0">
            <a:noFill/>
          </a:ln>
        </p:spPr>
      </p:pic>
      <p:sp>
        <p:nvSpPr>
          <p:cNvPr id="1423" name=""/>
          <p:cNvSpPr/>
          <p:nvPr/>
        </p:nvSpPr>
        <p:spPr>
          <a:xfrm>
            <a:off x="4971240" y="3774240"/>
            <a:ext cx="406800" cy="410400"/>
          </a:xfrm>
          <a:custGeom>
            <a:avLst/>
            <a:gdLst/>
            <a:ahLst/>
            <a:rect l="0" t="0" r="r" b="b"/>
            <a:pathLst>
              <a:path w="1130" h="1140">
                <a:moveTo>
                  <a:pt x="0" y="0"/>
                </a:moveTo>
                <a:lnTo>
                  <a:pt x="1130" y="0"/>
                </a:lnTo>
                <a:lnTo>
                  <a:pt x="1130" y="1140"/>
                </a:lnTo>
                <a:lnTo>
                  <a:pt x="0" y="114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24" name="" descr=""/>
          <p:cNvPicPr/>
          <p:nvPr/>
        </p:nvPicPr>
        <p:blipFill>
          <a:blip r:embed="rId5"/>
          <a:stretch/>
        </p:blipFill>
        <p:spPr>
          <a:xfrm>
            <a:off x="4971600" y="3774600"/>
            <a:ext cx="406080" cy="409680"/>
          </a:xfrm>
          <a:prstGeom prst="rect">
            <a:avLst/>
          </a:prstGeom>
          <a:ln w="0">
            <a:noFill/>
          </a:ln>
        </p:spPr>
      </p:pic>
      <p:sp>
        <p:nvSpPr>
          <p:cNvPr id="1425" name=""/>
          <p:cNvSpPr/>
          <p:nvPr/>
        </p:nvSpPr>
        <p:spPr>
          <a:xfrm>
            <a:off x="2996640" y="3834360"/>
            <a:ext cx="424800" cy="424800"/>
          </a:xfrm>
          <a:custGeom>
            <a:avLst/>
            <a:gdLst/>
            <a:ahLst/>
            <a:rect l="0" t="0" r="r" b="b"/>
            <a:pathLst>
              <a:path w="1180" h="1180">
                <a:moveTo>
                  <a:pt x="0" y="0"/>
                </a:moveTo>
                <a:lnTo>
                  <a:pt x="1180" y="0"/>
                </a:lnTo>
                <a:lnTo>
                  <a:pt x="1180" y="1180"/>
                </a:lnTo>
                <a:lnTo>
                  <a:pt x="0" y="118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26" name="" descr=""/>
          <p:cNvPicPr/>
          <p:nvPr/>
        </p:nvPicPr>
        <p:blipFill>
          <a:blip r:embed="rId6"/>
          <a:stretch/>
        </p:blipFill>
        <p:spPr>
          <a:xfrm>
            <a:off x="2997000" y="3834720"/>
            <a:ext cx="424080" cy="424080"/>
          </a:xfrm>
          <a:prstGeom prst="rect">
            <a:avLst/>
          </a:prstGeom>
          <a:ln w="0">
            <a:noFill/>
          </a:ln>
        </p:spPr>
      </p:pic>
      <p:sp>
        <p:nvSpPr>
          <p:cNvPr id="1427" name=""/>
          <p:cNvSpPr/>
          <p:nvPr/>
        </p:nvSpPr>
        <p:spPr>
          <a:xfrm>
            <a:off x="1257480" y="585360"/>
            <a:ext cx="495720" cy="495360"/>
          </a:xfrm>
          <a:custGeom>
            <a:avLst/>
            <a:gdLst/>
            <a:ahLst/>
            <a:rect l="0" t="0" r="r" b="b"/>
            <a:pathLst>
              <a:path w="1377" h="1376">
                <a:moveTo>
                  <a:pt x="0" y="0"/>
                </a:moveTo>
                <a:lnTo>
                  <a:pt x="1377" y="0"/>
                </a:lnTo>
                <a:lnTo>
                  <a:pt x="137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28" name="" descr=""/>
          <p:cNvPicPr/>
          <p:nvPr/>
        </p:nvPicPr>
        <p:blipFill>
          <a:blip r:embed="rId7"/>
          <a:stretch/>
        </p:blipFill>
        <p:spPr>
          <a:xfrm>
            <a:off x="1257840" y="58536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1429" name=""/>
          <p:cNvSpPr/>
          <p:nvPr/>
        </p:nvSpPr>
        <p:spPr>
          <a:xfrm>
            <a:off x="5030280" y="4262400"/>
            <a:ext cx="360360" cy="360360"/>
          </a:xfrm>
          <a:custGeom>
            <a:avLst/>
            <a:gdLst/>
            <a:ahLst/>
            <a:rect l="0" t="0" r="r" b="b"/>
            <a:pathLst>
              <a:path w="1001" h="1001">
                <a:moveTo>
                  <a:pt x="0" y="0"/>
                </a:moveTo>
                <a:lnTo>
                  <a:pt x="1001" y="0"/>
                </a:lnTo>
                <a:lnTo>
                  <a:pt x="100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30" name="" descr=""/>
          <p:cNvPicPr/>
          <p:nvPr/>
        </p:nvPicPr>
        <p:blipFill>
          <a:blip r:embed="rId8"/>
          <a:stretch/>
        </p:blipFill>
        <p:spPr>
          <a:xfrm>
            <a:off x="5030280" y="4262400"/>
            <a:ext cx="359640" cy="359640"/>
          </a:xfrm>
          <a:prstGeom prst="rect">
            <a:avLst/>
          </a:prstGeom>
          <a:ln w="0">
            <a:noFill/>
          </a:ln>
        </p:spPr>
      </p:pic>
      <p:sp>
        <p:nvSpPr>
          <p:cNvPr id="1431" name=""/>
          <p:cNvSpPr/>
          <p:nvPr/>
        </p:nvSpPr>
        <p:spPr>
          <a:xfrm>
            <a:off x="5405040" y="3774240"/>
            <a:ext cx="406440" cy="410400"/>
          </a:xfrm>
          <a:custGeom>
            <a:avLst/>
            <a:gdLst/>
            <a:ahLst/>
            <a:rect l="0" t="0" r="r" b="b"/>
            <a:pathLst>
              <a:path w="1129" h="1140">
                <a:moveTo>
                  <a:pt x="0" y="0"/>
                </a:moveTo>
                <a:lnTo>
                  <a:pt x="1129" y="0"/>
                </a:lnTo>
                <a:lnTo>
                  <a:pt x="1129" y="1140"/>
                </a:lnTo>
                <a:lnTo>
                  <a:pt x="0" y="114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32" name="" descr=""/>
          <p:cNvPicPr/>
          <p:nvPr/>
        </p:nvPicPr>
        <p:blipFill>
          <a:blip r:embed="rId9"/>
          <a:stretch/>
        </p:blipFill>
        <p:spPr>
          <a:xfrm>
            <a:off x="5405040" y="3774600"/>
            <a:ext cx="406080" cy="409680"/>
          </a:xfrm>
          <a:prstGeom prst="rect">
            <a:avLst/>
          </a:prstGeom>
          <a:ln w="0">
            <a:noFill/>
          </a:ln>
        </p:spPr>
      </p:pic>
      <p:sp>
        <p:nvSpPr>
          <p:cNvPr id="1433" name=""/>
          <p:cNvSpPr/>
          <p:nvPr/>
        </p:nvSpPr>
        <p:spPr>
          <a:xfrm>
            <a:off x="7846920" y="4023000"/>
            <a:ext cx="509040" cy="509040"/>
          </a:xfrm>
          <a:custGeom>
            <a:avLst/>
            <a:gdLst/>
            <a:ahLst/>
            <a:rect l="0" t="0" r="r" b="b"/>
            <a:pathLst>
              <a:path w="1414" h="1414">
                <a:moveTo>
                  <a:pt x="0" y="0"/>
                </a:moveTo>
                <a:lnTo>
                  <a:pt x="1414" y="0"/>
                </a:lnTo>
                <a:lnTo>
                  <a:pt x="1414" y="1414"/>
                </a:lnTo>
                <a:lnTo>
                  <a:pt x="0" y="14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34" name="" descr=""/>
          <p:cNvPicPr/>
          <p:nvPr/>
        </p:nvPicPr>
        <p:blipFill>
          <a:blip r:embed="rId10"/>
          <a:stretch/>
        </p:blipFill>
        <p:spPr>
          <a:xfrm>
            <a:off x="7846920" y="4023360"/>
            <a:ext cx="508320" cy="508320"/>
          </a:xfrm>
          <a:prstGeom prst="rect">
            <a:avLst/>
          </a:prstGeom>
          <a:ln w="0">
            <a:noFill/>
          </a:ln>
        </p:spPr>
      </p:pic>
      <p:sp>
        <p:nvSpPr>
          <p:cNvPr id="1435" name=""/>
          <p:cNvSpPr/>
          <p:nvPr/>
        </p:nvSpPr>
        <p:spPr>
          <a:xfrm>
            <a:off x="554760" y="538920"/>
            <a:ext cx="588600" cy="588240"/>
          </a:xfrm>
          <a:custGeom>
            <a:avLst/>
            <a:gdLst/>
            <a:ahLst/>
            <a:rect l="0" t="0" r="r" b="b"/>
            <a:pathLst>
              <a:path w="1635" h="1634">
                <a:moveTo>
                  <a:pt x="0" y="0"/>
                </a:moveTo>
                <a:lnTo>
                  <a:pt x="1635" y="0"/>
                </a:lnTo>
                <a:lnTo>
                  <a:pt x="1635" y="1634"/>
                </a:lnTo>
                <a:lnTo>
                  <a:pt x="0" y="163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36" name="" descr=""/>
          <p:cNvPicPr/>
          <p:nvPr/>
        </p:nvPicPr>
        <p:blipFill>
          <a:blip r:embed="rId11"/>
          <a:stretch/>
        </p:blipFill>
        <p:spPr>
          <a:xfrm>
            <a:off x="555120" y="538920"/>
            <a:ext cx="587880" cy="587880"/>
          </a:xfrm>
          <a:prstGeom prst="rect">
            <a:avLst/>
          </a:prstGeom>
          <a:ln w="0">
            <a:noFill/>
          </a:ln>
        </p:spPr>
      </p:pic>
      <p:sp>
        <p:nvSpPr>
          <p:cNvPr id="1437" name=""/>
          <p:cNvSpPr/>
          <p:nvPr/>
        </p:nvSpPr>
        <p:spPr>
          <a:xfrm>
            <a:off x="5773320" y="3881160"/>
            <a:ext cx="476280" cy="476280"/>
          </a:xfrm>
          <a:custGeom>
            <a:avLst/>
            <a:gdLst/>
            <a:ahLst/>
            <a:rect l="0" t="0" r="r" b="b"/>
            <a:pathLst>
              <a:path w="1323" h="1323">
                <a:moveTo>
                  <a:pt x="0" y="0"/>
                </a:moveTo>
                <a:lnTo>
                  <a:pt x="1323" y="0"/>
                </a:lnTo>
                <a:lnTo>
                  <a:pt x="1323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38" name="" descr=""/>
          <p:cNvPicPr/>
          <p:nvPr/>
        </p:nvPicPr>
        <p:blipFill>
          <a:blip r:embed="rId12"/>
          <a:stretch/>
        </p:blipFill>
        <p:spPr>
          <a:xfrm>
            <a:off x="5773680" y="3881520"/>
            <a:ext cx="475560" cy="475560"/>
          </a:xfrm>
          <a:prstGeom prst="rect">
            <a:avLst/>
          </a:prstGeom>
          <a:ln w="0">
            <a:noFill/>
          </a:ln>
        </p:spPr>
      </p:pic>
      <p:sp>
        <p:nvSpPr>
          <p:cNvPr id="1439" name=""/>
          <p:cNvSpPr/>
          <p:nvPr/>
        </p:nvSpPr>
        <p:spPr>
          <a:xfrm>
            <a:off x="6224760" y="3852000"/>
            <a:ext cx="475920" cy="476280"/>
          </a:xfrm>
          <a:custGeom>
            <a:avLst/>
            <a:gdLst/>
            <a:ahLst/>
            <a:rect l="0" t="0" r="r" b="b"/>
            <a:pathLst>
              <a:path w="1322" h="1323">
                <a:moveTo>
                  <a:pt x="0" y="0"/>
                </a:moveTo>
                <a:lnTo>
                  <a:pt x="1322" y="0"/>
                </a:lnTo>
                <a:lnTo>
                  <a:pt x="1322" y="1323"/>
                </a:lnTo>
                <a:lnTo>
                  <a:pt x="0" y="132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40" name="" descr=""/>
          <p:cNvPicPr/>
          <p:nvPr/>
        </p:nvPicPr>
        <p:blipFill>
          <a:blip r:embed="rId13"/>
          <a:stretch/>
        </p:blipFill>
        <p:spPr>
          <a:xfrm>
            <a:off x="6224760" y="3852360"/>
            <a:ext cx="475560" cy="475560"/>
          </a:xfrm>
          <a:prstGeom prst="rect">
            <a:avLst/>
          </a:prstGeom>
          <a:ln w="0">
            <a:noFill/>
          </a:ln>
        </p:spPr>
      </p:pic>
      <p:sp>
        <p:nvSpPr>
          <p:cNvPr id="1441" name=""/>
          <p:cNvSpPr/>
          <p:nvPr/>
        </p:nvSpPr>
        <p:spPr>
          <a:xfrm>
            <a:off x="5819400" y="4318920"/>
            <a:ext cx="384120" cy="384480"/>
          </a:xfrm>
          <a:custGeom>
            <a:avLst/>
            <a:gdLst/>
            <a:ahLst/>
            <a:rect l="0" t="0" r="r" b="b"/>
            <a:pathLst>
              <a:path w="1067" h="1068">
                <a:moveTo>
                  <a:pt x="0" y="0"/>
                </a:moveTo>
                <a:lnTo>
                  <a:pt x="1067" y="0"/>
                </a:lnTo>
                <a:lnTo>
                  <a:pt x="1067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42" name="" descr=""/>
          <p:cNvPicPr/>
          <p:nvPr/>
        </p:nvPicPr>
        <p:blipFill>
          <a:blip r:embed="rId14"/>
          <a:stretch/>
        </p:blipFill>
        <p:spPr>
          <a:xfrm>
            <a:off x="5819400" y="43189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443" name=""/>
          <p:cNvSpPr/>
          <p:nvPr/>
        </p:nvSpPr>
        <p:spPr>
          <a:xfrm>
            <a:off x="6270480" y="429768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0" y="0"/>
                </a:moveTo>
                <a:lnTo>
                  <a:pt x="1068" y="0"/>
                </a:lnTo>
                <a:lnTo>
                  <a:pt x="1068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44" name="" descr=""/>
          <p:cNvPicPr/>
          <p:nvPr/>
        </p:nvPicPr>
        <p:blipFill>
          <a:blip r:embed="rId15"/>
          <a:stretch/>
        </p:blipFill>
        <p:spPr>
          <a:xfrm>
            <a:off x="6270840" y="42980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445" name=""/>
          <p:cNvSpPr/>
          <p:nvPr/>
        </p:nvSpPr>
        <p:spPr>
          <a:xfrm>
            <a:off x="2530080" y="4433040"/>
            <a:ext cx="404640" cy="404640"/>
          </a:xfrm>
          <a:custGeom>
            <a:avLst/>
            <a:gdLst/>
            <a:ahLst/>
            <a:rect l="0" t="0" r="r" b="b"/>
            <a:pathLst>
              <a:path w="1124" h="1124">
                <a:moveTo>
                  <a:pt x="0" y="0"/>
                </a:moveTo>
                <a:lnTo>
                  <a:pt x="1124" y="0"/>
                </a:lnTo>
                <a:lnTo>
                  <a:pt x="1124" y="1124"/>
                </a:lnTo>
                <a:lnTo>
                  <a:pt x="0" y="112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46" name="" descr=""/>
          <p:cNvPicPr/>
          <p:nvPr/>
        </p:nvPicPr>
        <p:blipFill>
          <a:blip r:embed="rId16"/>
          <a:stretch/>
        </p:blipFill>
        <p:spPr>
          <a:xfrm>
            <a:off x="2530440" y="443304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1447" name=""/>
          <p:cNvSpPr/>
          <p:nvPr/>
        </p:nvSpPr>
        <p:spPr>
          <a:xfrm>
            <a:off x="2901240" y="561600"/>
            <a:ext cx="542880" cy="542880"/>
          </a:xfrm>
          <a:custGeom>
            <a:avLst/>
            <a:gdLst/>
            <a:ahLst/>
            <a:rect l="0" t="0" r="r" b="b"/>
            <a:pathLst>
              <a:path w="1508" h="1508">
                <a:moveTo>
                  <a:pt x="0" y="0"/>
                </a:moveTo>
                <a:lnTo>
                  <a:pt x="1508" y="0"/>
                </a:lnTo>
                <a:lnTo>
                  <a:pt x="1508" y="1508"/>
                </a:lnTo>
                <a:lnTo>
                  <a:pt x="0" y="150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48" name="" descr=""/>
          <p:cNvPicPr/>
          <p:nvPr/>
        </p:nvPicPr>
        <p:blipFill>
          <a:blip r:embed="rId17"/>
          <a:stretch/>
        </p:blipFill>
        <p:spPr>
          <a:xfrm>
            <a:off x="2901240" y="561600"/>
            <a:ext cx="542160" cy="542160"/>
          </a:xfrm>
          <a:prstGeom prst="rect">
            <a:avLst/>
          </a:prstGeom>
          <a:ln w="0">
            <a:noFill/>
          </a:ln>
        </p:spPr>
      </p:pic>
      <p:sp>
        <p:nvSpPr>
          <p:cNvPr id="1449" name=""/>
          <p:cNvSpPr/>
          <p:nvPr/>
        </p:nvSpPr>
        <p:spPr>
          <a:xfrm>
            <a:off x="888480" y="2047680"/>
            <a:ext cx="437400" cy="437040"/>
          </a:xfrm>
          <a:custGeom>
            <a:avLst/>
            <a:gdLst/>
            <a:ahLst/>
            <a:rect l="0" t="0" r="r" b="b"/>
            <a:pathLst>
              <a:path w="1215" h="1214">
                <a:moveTo>
                  <a:pt x="0" y="0"/>
                </a:moveTo>
                <a:lnTo>
                  <a:pt x="1215" y="0"/>
                </a:lnTo>
                <a:lnTo>
                  <a:pt x="1215" y="1214"/>
                </a:lnTo>
                <a:lnTo>
                  <a:pt x="0" y="12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50" name="" descr=""/>
          <p:cNvPicPr/>
          <p:nvPr/>
        </p:nvPicPr>
        <p:blipFill>
          <a:blip r:embed="rId18"/>
          <a:stretch/>
        </p:blipFill>
        <p:spPr>
          <a:xfrm>
            <a:off x="888480" y="2047680"/>
            <a:ext cx="436680" cy="436680"/>
          </a:xfrm>
          <a:prstGeom prst="rect">
            <a:avLst/>
          </a:prstGeom>
          <a:ln w="0">
            <a:noFill/>
          </a:ln>
        </p:spPr>
      </p:pic>
      <p:sp>
        <p:nvSpPr>
          <p:cNvPr id="1451" name=""/>
          <p:cNvSpPr/>
          <p:nvPr/>
        </p:nvSpPr>
        <p:spPr>
          <a:xfrm>
            <a:off x="514080" y="2047680"/>
            <a:ext cx="437400" cy="437040"/>
          </a:xfrm>
          <a:custGeom>
            <a:avLst/>
            <a:gdLst/>
            <a:ahLst/>
            <a:rect l="0" t="0" r="r" b="b"/>
            <a:pathLst>
              <a:path w="1215" h="1214">
                <a:moveTo>
                  <a:pt x="0" y="0"/>
                </a:moveTo>
                <a:lnTo>
                  <a:pt x="1215" y="0"/>
                </a:lnTo>
                <a:lnTo>
                  <a:pt x="1215" y="1214"/>
                </a:lnTo>
                <a:lnTo>
                  <a:pt x="0" y="12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52" name="" descr=""/>
          <p:cNvPicPr/>
          <p:nvPr/>
        </p:nvPicPr>
        <p:blipFill>
          <a:blip r:embed="rId19"/>
          <a:stretch/>
        </p:blipFill>
        <p:spPr>
          <a:xfrm>
            <a:off x="514440" y="2047680"/>
            <a:ext cx="436680" cy="436680"/>
          </a:xfrm>
          <a:prstGeom prst="rect">
            <a:avLst/>
          </a:prstGeom>
          <a:ln w="0">
            <a:noFill/>
          </a:ln>
        </p:spPr>
      </p:pic>
      <p:sp>
        <p:nvSpPr>
          <p:cNvPr id="1453" name=""/>
          <p:cNvSpPr/>
          <p:nvPr/>
        </p:nvSpPr>
        <p:spPr>
          <a:xfrm>
            <a:off x="3054240" y="4448520"/>
            <a:ext cx="373320" cy="373320"/>
          </a:xfrm>
          <a:custGeom>
            <a:avLst/>
            <a:gdLst/>
            <a:ahLst/>
            <a:rect l="0" t="0" r="r" b="b"/>
            <a:pathLst>
              <a:path w="1037" h="1037">
                <a:moveTo>
                  <a:pt x="0" y="0"/>
                </a:moveTo>
                <a:lnTo>
                  <a:pt x="1037" y="0"/>
                </a:lnTo>
                <a:lnTo>
                  <a:pt x="1037" y="1037"/>
                </a:lnTo>
                <a:lnTo>
                  <a:pt x="0" y="103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54" name="" descr=""/>
          <p:cNvPicPr/>
          <p:nvPr/>
        </p:nvPicPr>
        <p:blipFill>
          <a:blip r:embed="rId20"/>
          <a:stretch/>
        </p:blipFill>
        <p:spPr>
          <a:xfrm>
            <a:off x="3054240" y="44488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455" name=""/>
          <p:cNvSpPr/>
          <p:nvPr/>
        </p:nvSpPr>
        <p:spPr>
          <a:xfrm>
            <a:off x="8383320" y="4017240"/>
            <a:ext cx="521280" cy="520920"/>
          </a:xfrm>
          <a:custGeom>
            <a:avLst/>
            <a:gdLst/>
            <a:ahLst/>
            <a:rect l="0" t="0" r="r" b="b"/>
            <a:pathLst>
              <a:path w="1448" h="1447">
                <a:moveTo>
                  <a:pt x="0" y="0"/>
                </a:moveTo>
                <a:lnTo>
                  <a:pt x="1448" y="0"/>
                </a:lnTo>
                <a:lnTo>
                  <a:pt x="1448" y="1447"/>
                </a:lnTo>
                <a:lnTo>
                  <a:pt x="0" y="144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56" name="" descr=""/>
          <p:cNvPicPr/>
          <p:nvPr/>
        </p:nvPicPr>
        <p:blipFill>
          <a:blip r:embed="rId21"/>
          <a:stretch/>
        </p:blipFill>
        <p:spPr>
          <a:xfrm>
            <a:off x="8383320" y="4017240"/>
            <a:ext cx="520560" cy="520560"/>
          </a:xfrm>
          <a:prstGeom prst="rect">
            <a:avLst/>
          </a:prstGeom>
          <a:ln w="0">
            <a:noFill/>
          </a:ln>
        </p:spPr>
      </p:pic>
      <p:sp>
        <p:nvSpPr>
          <p:cNvPr id="1457" name=""/>
          <p:cNvSpPr/>
          <p:nvPr/>
        </p:nvSpPr>
        <p:spPr>
          <a:xfrm>
            <a:off x="8353080" y="3326400"/>
            <a:ext cx="596520" cy="596520"/>
          </a:xfrm>
          <a:custGeom>
            <a:avLst/>
            <a:gdLst/>
            <a:ahLst/>
            <a:rect l="0" t="0" r="r" b="b"/>
            <a:pathLst>
              <a:path w="1657" h="1657">
                <a:moveTo>
                  <a:pt x="0" y="0"/>
                </a:moveTo>
                <a:lnTo>
                  <a:pt x="1657" y="0"/>
                </a:lnTo>
                <a:lnTo>
                  <a:pt x="1657" y="1657"/>
                </a:lnTo>
                <a:lnTo>
                  <a:pt x="0" y="165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58" name="" descr=""/>
          <p:cNvPicPr/>
          <p:nvPr/>
        </p:nvPicPr>
        <p:blipFill>
          <a:blip r:embed="rId22"/>
          <a:stretch/>
        </p:blipFill>
        <p:spPr>
          <a:xfrm>
            <a:off x="8353440" y="3326760"/>
            <a:ext cx="595800" cy="595800"/>
          </a:xfrm>
          <a:prstGeom prst="rect">
            <a:avLst/>
          </a:prstGeom>
          <a:ln w="0">
            <a:noFill/>
          </a:ln>
        </p:spPr>
      </p:pic>
      <p:sp>
        <p:nvSpPr>
          <p:cNvPr id="1459" name=""/>
          <p:cNvSpPr/>
          <p:nvPr/>
        </p:nvSpPr>
        <p:spPr>
          <a:xfrm>
            <a:off x="1190520" y="2047680"/>
            <a:ext cx="437040" cy="437040"/>
          </a:xfrm>
          <a:custGeom>
            <a:avLst/>
            <a:gdLst/>
            <a:ahLst/>
            <a:rect l="0" t="0" r="r" b="b"/>
            <a:pathLst>
              <a:path w="1214" h="1214">
                <a:moveTo>
                  <a:pt x="0" y="0"/>
                </a:moveTo>
                <a:lnTo>
                  <a:pt x="1214" y="0"/>
                </a:lnTo>
                <a:lnTo>
                  <a:pt x="1214" y="1214"/>
                </a:lnTo>
                <a:lnTo>
                  <a:pt x="0" y="12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60" name="" descr=""/>
          <p:cNvPicPr/>
          <p:nvPr/>
        </p:nvPicPr>
        <p:blipFill>
          <a:blip r:embed="rId23"/>
          <a:stretch/>
        </p:blipFill>
        <p:spPr>
          <a:xfrm>
            <a:off x="1190520" y="2047680"/>
            <a:ext cx="436680" cy="436680"/>
          </a:xfrm>
          <a:prstGeom prst="rect">
            <a:avLst/>
          </a:prstGeom>
          <a:ln w="0">
            <a:noFill/>
          </a:ln>
        </p:spPr>
      </p:pic>
      <p:sp>
        <p:nvSpPr>
          <p:cNvPr id="1461" name=""/>
          <p:cNvSpPr/>
          <p:nvPr/>
        </p:nvSpPr>
        <p:spPr>
          <a:xfrm>
            <a:off x="2171880" y="1391400"/>
            <a:ext cx="493920" cy="493920"/>
          </a:xfrm>
          <a:custGeom>
            <a:avLst/>
            <a:gdLst/>
            <a:ahLst/>
            <a:rect l="0" t="0" r="r" b="b"/>
            <a:pathLst>
              <a:path w="1372" h="1372">
                <a:moveTo>
                  <a:pt x="0" y="0"/>
                </a:moveTo>
                <a:lnTo>
                  <a:pt x="1372" y="0"/>
                </a:lnTo>
                <a:lnTo>
                  <a:pt x="1372" y="1372"/>
                </a:lnTo>
                <a:lnTo>
                  <a:pt x="0" y="137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62" name="" descr=""/>
          <p:cNvPicPr/>
          <p:nvPr/>
        </p:nvPicPr>
        <p:blipFill>
          <a:blip r:embed="rId24"/>
          <a:stretch/>
        </p:blipFill>
        <p:spPr>
          <a:xfrm>
            <a:off x="2172240" y="1391760"/>
            <a:ext cx="493200" cy="493200"/>
          </a:xfrm>
          <a:prstGeom prst="rect">
            <a:avLst/>
          </a:prstGeom>
          <a:ln w="0">
            <a:noFill/>
          </a:ln>
        </p:spPr>
      </p:pic>
      <p:sp>
        <p:nvSpPr>
          <p:cNvPr id="1463" name=""/>
          <p:cNvSpPr/>
          <p:nvPr/>
        </p:nvSpPr>
        <p:spPr>
          <a:xfrm>
            <a:off x="1150560" y="1403280"/>
            <a:ext cx="470520" cy="470160"/>
          </a:xfrm>
          <a:custGeom>
            <a:avLst/>
            <a:gdLst/>
            <a:ahLst/>
            <a:rect l="0" t="0" r="r" b="b"/>
            <a:pathLst>
              <a:path w="1307" h="1306">
                <a:moveTo>
                  <a:pt x="0" y="0"/>
                </a:moveTo>
                <a:lnTo>
                  <a:pt x="1307" y="0"/>
                </a:lnTo>
                <a:lnTo>
                  <a:pt x="1307" y="1306"/>
                </a:lnTo>
                <a:lnTo>
                  <a:pt x="0" y="130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64" name="" descr=""/>
          <p:cNvPicPr/>
          <p:nvPr/>
        </p:nvPicPr>
        <p:blipFill>
          <a:blip r:embed="rId25"/>
          <a:stretch/>
        </p:blipFill>
        <p:spPr>
          <a:xfrm>
            <a:off x="1150920" y="1403280"/>
            <a:ext cx="469800" cy="469800"/>
          </a:xfrm>
          <a:prstGeom prst="rect">
            <a:avLst/>
          </a:prstGeom>
          <a:ln w="0">
            <a:noFill/>
          </a:ln>
        </p:spPr>
      </p:pic>
      <p:sp>
        <p:nvSpPr>
          <p:cNvPr id="1465" name=""/>
          <p:cNvSpPr/>
          <p:nvPr/>
        </p:nvSpPr>
        <p:spPr>
          <a:xfrm>
            <a:off x="551880" y="4281480"/>
            <a:ext cx="537480" cy="537120"/>
          </a:xfrm>
          <a:custGeom>
            <a:avLst/>
            <a:gdLst/>
            <a:ahLst/>
            <a:rect l="0" t="0" r="r" b="b"/>
            <a:pathLst>
              <a:path w="1493" h="1492">
                <a:moveTo>
                  <a:pt x="0" y="0"/>
                </a:moveTo>
                <a:lnTo>
                  <a:pt x="1493" y="0"/>
                </a:lnTo>
                <a:lnTo>
                  <a:pt x="1493" y="1492"/>
                </a:lnTo>
                <a:lnTo>
                  <a:pt x="0" y="149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66" name="" descr=""/>
          <p:cNvPicPr/>
          <p:nvPr/>
        </p:nvPicPr>
        <p:blipFill>
          <a:blip r:embed="rId26"/>
          <a:stretch/>
        </p:blipFill>
        <p:spPr>
          <a:xfrm>
            <a:off x="552240" y="4281480"/>
            <a:ext cx="536760" cy="536760"/>
          </a:xfrm>
          <a:prstGeom prst="rect">
            <a:avLst/>
          </a:prstGeom>
          <a:ln w="0">
            <a:noFill/>
          </a:ln>
        </p:spPr>
      </p:pic>
      <p:sp>
        <p:nvSpPr>
          <p:cNvPr id="1467" name=""/>
          <p:cNvSpPr/>
          <p:nvPr/>
        </p:nvSpPr>
        <p:spPr>
          <a:xfrm>
            <a:off x="519480" y="1354680"/>
            <a:ext cx="567000" cy="567360"/>
          </a:xfrm>
          <a:custGeom>
            <a:avLst/>
            <a:gdLst/>
            <a:ahLst/>
            <a:rect l="0" t="0" r="r" b="b"/>
            <a:pathLst>
              <a:path w="1575" h="1576">
                <a:moveTo>
                  <a:pt x="0" y="0"/>
                </a:moveTo>
                <a:lnTo>
                  <a:pt x="1575" y="0"/>
                </a:lnTo>
                <a:lnTo>
                  <a:pt x="1575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68" name="" descr=""/>
          <p:cNvPicPr/>
          <p:nvPr/>
        </p:nvPicPr>
        <p:blipFill>
          <a:blip r:embed="rId27"/>
          <a:stretch/>
        </p:blipFill>
        <p:spPr>
          <a:xfrm>
            <a:off x="519840" y="1355040"/>
            <a:ext cx="566280" cy="566280"/>
          </a:xfrm>
          <a:prstGeom prst="rect">
            <a:avLst/>
          </a:prstGeom>
          <a:ln w="0">
            <a:noFill/>
          </a:ln>
        </p:spPr>
      </p:pic>
      <p:sp>
        <p:nvSpPr>
          <p:cNvPr id="1469" name=""/>
          <p:cNvSpPr/>
          <p:nvPr/>
        </p:nvSpPr>
        <p:spPr>
          <a:xfrm>
            <a:off x="5187600" y="2316240"/>
            <a:ext cx="493560" cy="493560"/>
          </a:xfrm>
          <a:custGeom>
            <a:avLst/>
            <a:gdLst/>
            <a:ahLst/>
            <a:rect l="0" t="0" r="r" b="b"/>
            <a:pathLst>
              <a:path w="1371" h="1371">
                <a:moveTo>
                  <a:pt x="0" y="0"/>
                </a:moveTo>
                <a:lnTo>
                  <a:pt x="1371" y="0"/>
                </a:lnTo>
                <a:lnTo>
                  <a:pt x="1371" y="1371"/>
                </a:lnTo>
                <a:lnTo>
                  <a:pt x="0" y="137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70" name="" descr=""/>
          <p:cNvPicPr/>
          <p:nvPr/>
        </p:nvPicPr>
        <p:blipFill>
          <a:blip r:embed="rId28"/>
          <a:stretch/>
        </p:blipFill>
        <p:spPr>
          <a:xfrm>
            <a:off x="5187600" y="2316600"/>
            <a:ext cx="492840" cy="492840"/>
          </a:xfrm>
          <a:prstGeom prst="rect">
            <a:avLst/>
          </a:prstGeom>
          <a:ln w="0">
            <a:noFill/>
          </a:ln>
        </p:spPr>
      </p:pic>
      <p:sp>
        <p:nvSpPr>
          <p:cNvPr id="1471" name=""/>
          <p:cNvSpPr/>
          <p:nvPr/>
        </p:nvSpPr>
        <p:spPr>
          <a:xfrm>
            <a:off x="961200" y="2666880"/>
            <a:ext cx="588600" cy="588600"/>
          </a:xfrm>
          <a:custGeom>
            <a:avLst/>
            <a:gdLst/>
            <a:ahLst/>
            <a:rect l="0" t="0" r="r" b="b"/>
            <a:pathLst>
              <a:path w="1635" h="1635">
                <a:moveTo>
                  <a:pt x="0" y="0"/>
                </a:moveTo>
                <a:lnTo>
                  <a:pt x="1635" y="0"/>
                </a:lnTo>
                <a:lnTo>
                  <a:pt x="1635" y="1635"/>
                </a:lnTo>
                <a:lnTo>
                  <a:pt x="0" y="163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72" name="" descr=""/>
          <p:cNvPicPr/>
          <p:nvPr/>
        </p:nvPicPr>
        <p:blipFill>
          <a:blip r:embed="rId29"/>
          <a:stretch/>
        </p:blipFill>
        <p:spPr>
          <a:xfrm>
            <a:off x="961200" y="2667240"/>
            <a:ext cx="587880" cy="587880"/>
          </a:xfrm>
          <a:prstGeom prst="rect">
            <a:avLst/>
          </a:prstGeom>
          <a:ln w="0">
            <a:noFill/>
          </a:ln>
        </p:spPr>
      </p:pic>
      <p:sp>
        <p:nvSpPr>
          <p:cNvPr id="1473" name=""/>
          <p:cNvSpPr/>
          <p:nvPr/>
        </p:nvSpPr>
        <p:spPr>
          <a:xfrm>
            <a:off x="7856280" y="3390480"/>
            <a:ext cx="468360" cy="468360"/>
          </a:xfrm>
          <a:custGeom>
            <a:avLst/>
            <a:gdLst/>
            <a:ahLst/>
            <a:rect l="0" t="0" r="r" b="b"/>
            <a:pathLst>
              <a:path w="1301" h="1301">
                <a:moveTo>
                  <a:pt x="0" y="0"/>
                </a:moveTo>
                <a:lnTo>
                  <a:pt x="1301" y="0"/>
                </a:lnTo>
                <a:lnTo>
                  <a:pt x="1301" y="1301"/>
                </a:lnTo>
                <a:lnTo>
                  <a:pt x="0" y="13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74" name="" descr=""/>
          <p:cNvPicPr/>
          <p:nvPr/>
        </p:nvPicPr>
        <p:blipFill>
          <a:blip r:embed="rId30"/>
          <a:stretch/>
        </p:blipFill>
        <p:spPr>
          <a:xfrm>
            <a:off x="7856280" y="3390480"/>
            <a:ext cx="467640" cy="467640"/>
          </a:xfrm>
          <a:prstGeom prst="rect">
            <a:avLst/>
          </a:prstGeom>
          <a:ln w="0">
            <a:noFill/>
          </a:ln>
        </p:spPr>
      </p:pic>
      <p:sp>
        <p:nvSpPr>
          <p:cNvPr id="1475" name=""/>
          <p:cNvSpPr/>
          <p:nvPr/>
        </p:nvSpPr>
        <p:spPr>
          <a:xfrm>
            <a:off x="5181480" y="2922480"/>
            <a:ext cx="493560" cy="493560"/>
          </a:xfrm>
          <a:custGeom>
            <a:avLst/>
            <a:gdLst/>
            <a:ahLst/>
            <a:rect l="0" t="0" r="r" b="b"/>
            <a:pathLst>
              <a:path w="1371" h="1371">
                <a:moveTo>
                  <a:pt x="0" y="0"/>
                </a:moveTo>
                <a:lnTo>
                  <a:pt x="1371" y="0"/>
                </a:lnTo>
                <a:lnTo>
                  <a:pt x="1371" y="1371"/>
                </a:lnTo>
                <a:lnTo>
                  <a:pt x="0" y="137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76" name="" descr=""/>
          <p:cNvPicPr/>
          <p:nvPr/>
        </p:nvPicPr>
        <p:blipFill>
          <a:blip r:embed="rId31"/>
          <a:stretch/>
        </p:blipFill>
        <p:spPr>
          <a:xfrm>
            <a:off x="5181480" y="2922840"/>
            <a:ext cx="492840" cy="492840"/>
          </a:xfrm>
          <a:prstGeom prst="rect">
            <a:avLst/>
          </a:prstGeom>
          <a:ln w="0">
            <a:noFill/>
          </a:ln>
        </p:spPr>
      </p:pic>
      <p:sp>
        <p:nvSpPr>
          <p:cNvPr id="1477" name=""/>
          <p:cNvSpPr/>
          <p:nvPr/>
        </p:nvSpPr>
        <p:spPr>
          <a:xfrm>
            <a:off x="2131200" y="2730240"/>
            <a:ext cx="500040" cy="500040"/>
          </a:xfrm>
          <a:custGeom>
            <a:avLst/>
            <a:gdLst/>
            <a:ahLst/>
            <a:rect l="0" t="0" r="r" b="b"/>
            <a:pathLst>
              <a:path w="1389" h="1389">
                <a:moveTo>
                  <a:pt x="0" y="0"/>
                </a:moveTo>
                <a:lnTo>
                  <a:pt x="1389" y="0"/>
                </a:lnTo>
                <a:lnTo>
                  <a:pt x="1389" y="1389"/>
                </a:lnTo>
                <a:lnTo>
                  <a:pt x="0" y="138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78" name="" descr=""/>
          <p:cNvPicPr/>
          <p:nvPr/>
        </p:nvPicPr>
        <p:blipFill>
          <a:blip r:embed="rId32"/>
          <a:stretch/>
        </p:blipFill>
        <p:spPr>
          <a:xfrm>
            <a:off x="2131560" y="273060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1479" name=""/>
          <p:cNvSpPr/>
          <p:nvPr/>
        </p:nvSpPr>
        <p:spPr>
          <a:xfrm>
            <a:off x="4009680" y="2316240"/>
            <a:ext cx="530640" cy="530640"/>
          </a:xfrm>
          <a:custGeom>
            <a:avLst/>
            <a:gdLst/>
            <a:ahLst/>
            <a:rect l="0" t="0" r="r" b="b"/>
            <a:pathLst>
              <a:path w="1474" h="1474">
                <a:moveTo>
                  <a:pt x="0" y="0"/>
                </a:moveTo>
                <a:lnTo>
                  <a:pt x="1474" y="0"/>
                </a:lnTo>
                <a:lnTo>
                  <a:pt x="1474" y="1474"/>
                </a:lnTo>
                <a:lnTo>
                  <a:pt x="0" y="14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80" name="" descr=""/>
          <p:cNvPicPr/>
          <p:nvPr/>
        </p:nvPicPr>
        <p:blipFill>
          <a:blip r:embed="rId33"/>
          <a:stretch/>
        </p:blipFill>
        <p:spPr>
          <a:xfrm>
            <a:off x="4010040" y="2316600"/>
            <a:ext cx="529560" cy="529560"/>
          </a:xfrm>
          <a:prstGeom prst="rect">
            <a:avLst/>
          </a:prstGeom>
          <a:ln w="0">
            <a:noFill/>
          </a:ln>
        </p:spPr>
      </p:pic>
      <p:sp>
        <p:nvSpPr>
          <p:cNvPr id="1481" name=""/>
          <p:cNvSpPr/>
          <p:nvPr/>
        </p:nvSpPr>
        <p:spPr>
          <a:xfrm>
            <a:off x="544320" y="3704040"/>
            <a:ext cx="552600" cy="552600"/>
          </a:xfrm>
          <a:custGeom>
            <a:avLst/>
            <a:gdLst/>
            <a:ahLst/>
            <a:rect l="0" t="0" r="r" b="b"/>
            <a:pathLst>
              <a:path w="1535" h="1535">
                <a:moveTo>
                  <a:pt x="0" y="0"/>
                </a:moveTo>
                <a:lnTo>
                  <a:pt x="1535" y="0"/>
                </a:lnTo>
                <a:lnTo>
                  <a:pt x="153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82" name="" descr=""/>
          <p:cNvPicPr/>
          <p:nvPr/>
        </p:nvPicPr>
        <p:blipFill>
          <a:blip r:embed="rId34"/>
          <a:stretch/>
        </p:blipFill>
        <p:spPr>
          <a:xfrm>
            <a:off x="544680" y="3704400"/>
            <a:ext cx="551880" cy="551880"/>
          </a:xfrm>
          <a:prstGeom prst="rect">
            <a:avLst/>
          </a:prstGeom>
          <a:ln w="0">
            <a:noFill/>
          </a:ln>
        </p:spPr>
      </p:pic>
      <p:sp>
        <p:nvSpPr>
          <p:cNvPr id="1483" name=""/>
          <p:cNvSpPr/>
          <p:nvPr/>
        </p:nvSpPr>
        <p:spPr>
          <a:xfrm>
            <a:off x="1078560" y="3704040"/>
            <a:ext cx="552600" cy="552600"/>
          </a:xfrm>
          <a:custGeom>
            <a:avLst/>
            <a:gdLst/>
            <a:ahLst/>
            <a:rect l="0" t="0" r="r" b="b"/>
            <a:pathLst>
              <a:path w="1535" h="1535">
                <a:moveTo>
                  <a:pt x="0" y="0"/>
                </a:moveTo>
                <a:lnTo>
                  <a:pt x="1535" y="0"/>
                </a:lnTo>
                <a:lnTo>
                  <a:pt x="153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84" name="" descr=""/>
          <p:cNvPicPr/>
          <p:nvPr/>
        </p:nvPicPr>
        <p:blipFill>
          <a:blip r:embed="rId35"/>
          <a:stretch/>
        </p:blipFill>
        <p:spPr>
          <a:xfrm>
            <a:off x="1078560" y="3704400"/>
            <a:ext cx="551880" cy="551880"/>
          </a:xfrm>
          <a:prstGeom prst="rect">
            <a:avLst/>
          </a:prstGeom>
          <a:ln w="0">
            <a:noFill/>
          </a:ln>
        </p:spPr>
      </p:pic>
      <p:sp>
        <p:nvSpPr>
          <p:cNvPr id="1485" name=""/>
          <p:cNvSpPr/>
          <p:nvPr/>
        </p:nvSpPr>
        <p:spPr>
          <a:xfrm>
            <a:off x="1053360" y="4248720"/>
            <a:ext cx="602640" cy="602640"/>
          </a:xfrm>
          <a:custGeom>
            <a:avLst/>
            <a:gdLst/>
            <a:ahLst/>
            <a:rect l="0" t="0" r="r" b="b"/>
            <a:pathLst>
              <a:path w="1674" h="1674">
                <a:moveTo>
                  <a:pt x="0" y="0"/>
                </a:moveTo>
                <a:lnTo>
                  <a:pt x="1674" y="0"/>
                </a:lnTo>
                <a:lnTo>
                  <a:pt x="1674" y="1674"/>
                </a:lnTo>
                <a:lnTo>
                  <a:pt x="0" y="16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86" name="" descr=""/>
          <p:cNvPicPr/>
          <p:nvPr/>
        </p:nvPicPr>
        <p:blipFill>
          <a:blip r:embed="rId36"/>
          <a:stretch/>
        </p:blipFill>
        <p:spPr>
          <a:xfrm>
            <a:off x="1053720" y="4249080"/>
            <a:ext cx="601920" cy="601920"/>
          </a:xfrm>
          <a:prstGeom prst="rect">
            <a:avLst/>
          </a:prstGeom>
          <a:ln w="0">
            <a:noFill/>
          </a:ln>
        </p:spPr>
      </p:pic>
      <p:sp>
        <p:nvSpPr>
          <p:cNvPr id="1487" name=""/>
          <p:cNvSpPr/>
          <p:nvPr/>
        </p:nvSpPr>
        <p:spPr>
          <a:xfrm>
            <a:off x="469440" y="2745000"/>
            <a:ext cx="470160" cy="470520"/>
          </a:xfrm>
          <a:custGeom>
            <a:avLst/>
            <a:gdLst/>
            <a:ahLst/>
            <a:rect l="0" t="0" r="r" b="b"/>
            <a:pathLst>
              <a:path w="1306" h="1307">
                <a:moveTo>
                  <a:pt x="0" y="0"/>
                </a:moveTo>
                <a:lnTo>
                  <a:pt x="1306" y="0"/>
                </a:lnTo>
                <a:lnTo>
                  <a:pt x="1306" y="1307"/>
                </a:lnTo>
                <a:lnTo>
                  <a:pt x="0" y="130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88" name="" descr=""/>
          <p:cNvPicPr/>
          <p:nvPr/>
        </p:nvPicPr>
        <p:blipFill>
          <a:blip r:embed="rId37"/>
          <a:stretch/>
        </p:blipFill>
        <p:spPr>
          <a:xfrm>
            <a:off x="469440" y="2745360"/>
            <a:ext cx="469800" cy="469800"/>
          </a:xfrm>
          <a:prstGeom prst="rect">
            <a:avLst/>
          </a:prstGeom>
          <a:ln w="0">
            <a:noFill/>
          </a:ln>
        </p:spPr>
      </p:pic>
      <p:sp>
        <p:nvSpPr>
          <p:cNvPr id="1489" name=""/>
          <p:cNvSpPr/>
          <p:nvPr/>
        </p:nvSpPr>
        <p:spPr>
          <a:xfrm>
            <a:off x="2316960" y="556920"/>
            <a:ext cx="552240" cy="552600"/>
          </a:xfrm>
          <a:custGeom>
            <a:avLst/>
            <a:gdLst/>
            <a:ahLst/>
            <a:rect l="0" t="0" r="r" b="b"/>
            <a:pathLst>
              <a:path w="1534" h="1535">
                <a:moveTo>
                  <a:pt x="0" y="0"/>
                </a:moveTo>
                <a:lnTo>
                  <a:pt x="1534" y="0"/>
                </a:lnTo>
                <a:lnTo>
                  <a:pt x="153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90" name="" descr=""/>
          <p:cNvPicPr/>
          <p:nvPr/>
        </p:nvPicPr>
        <p:blipFill>
          <a:blip r:embed="rId38"/>
          <a:stretch/>
        </p:blipFill>
        <p:spPr>
          <a:xfrm>
            <a:off x="2316960" y="556920"/>
            <a:ext cx="551880" cy="551880"/>
          </a:xfrm>
          <a:prstGeom prst="rect">
            <a:avLst/>
          </a:prstGeom>
          <a:ln w="0">
            <a:noFill/>
          </a:ln>
        </p:spPr>
      </p:pic>
      <p:sp>
        <p:nvSpPr>
          <p:cNvPr id="1491" name=""/>
          <p:cNvSpPr/>
          <p:nvPr/>
        </p:nvSpPr>
        <p:spPr>
          <a:xfrm>
            <a:off x="4554720" y="2935080"/>
            <a:ext cx="505080" cy="505080"/>
          </a:xfrm>
          <a:custGeom>
            <a:avLst/>
            <a:gdLst/>
            <a:ahLst/>
            <a:rect l="0" t="0" r="r" b="b"/>
            <a:pathLst>
              <a:path w="1403" h="1403">
                <a:moveTo>
                  <a:pt x="0" y="0"/>
                </a:moveTo>
                <a:lnTo>
                  <a:pt x="1403" y="0"/>
                </a:lnTo>
                <a:lnTo>
                  <a:pt x="140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92" name="" descr=""/>
          <p:cNvPicPr/>
          <p:nvPr/>
        </p:nvPicPr>
        <p:blipFill>
          <a:blip r:embed="rId39"/>
          <a:stretch/>
        </p:blipFill>
        <p:spPr>
          <a:xfrm>
            <a:off x="4554720" y="2935440"/>
            <a:ext cx="504720" cy="504360"/>
          </a:xfrm>
          <a:prstGeom prst="rect">
            <a:avLst/>
          </a:prstGeom>
          <a:ln w="0">
            <a:noFill/>
          </a:ln>
        </p:spPr>
      </p:pic>
      <p:sp>
        <p:nvSpPr>
          <p:cNvPr id="1493" name=""/>
          <p:cNvSpPr/>
          <p:nvPr/>
        </p:nvSpPr>
        <p:spPr>
          <a:xfrm>
            <a:off x="4022280" y="2935080"/>
            <a:ext cx="505440" cy="505080"/>
          </a:xfrm>
          <a:custGeom>
            <a:avLst/>
            <a:gdLst/>
            <a:ahLst/>
            <a:rect l="0" t="0" r="r" b="b"/>
            <a:pathLst>
              <a:path w="1404" h="1403">
                <a:moveTo>
                  <a:pt x="0" y="0"/>
                </a:moveTo>
                <a:lnTo>
                  <a:pt x="1404" y="0"/>
                </a:lnTo>
                <a:lnTo>
                  <a:pt x="14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94" name="" descr=""/>
          <p:cNvPicPr/>
          <p:nvPr/>
        </p:nvPicPr>
        <p:blipFill>
          <a:blip r:embed="rId40"/>
          <a:stretch/>
        </p:blipFill>
        <p:spPr>
          <a:xfrm>
            <a:off x="4022640" y="2935440"/>
            <a:ext cx="504720" cy="504360"/>
          </a:xfrm>
          <a:prstGeom prst="rect">
            <a:avLst/>
          </a:prstGeom>
          <a:ln w="0">
            <a:noFill/>
          </a:ln>
        </p:spPr>
      </p:pic>
      <p:sp>
        <p:nvSpPr>
          <p:cNvPr id="1495" name=""/>
          <p:cNvSpPr/>
          <p:nvPr/>
        </p:nvSpPr>
        <p:spPr>
          <a:xfrm>
            <a:off x="4554720" y="2328840"/>
            <a:ext cx="505080" cy="505440"/>
          </a:xfrm>
          <a:custGeom>
            <a:avLst/>
            <a:gdLst/>
            <a:ahLst/>
            <a:rect l="0" t="0" r="r" b="b"/>
            <a:pathLst>
              <a:path w="1403" h="1404">
                <a:moveTo>
                  <a:pt x="0" y="0"/>
                </a:moveTo>
                <a:lnTo>
                  <a:pt x="1403" y="0"/>
                </a:lnTo>
                <a:lnTo>
                  <a:pt x="140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96" name="" descr=""/>
          <p:cNvPicPr/>
          <p:nvPr/>
        </p:nvPicPr>
        <p:blipFill>
          <a:blip r:embed="rId41"/>
          <a:stretch/>
        </p:blipFill>
        <p:spPr>
          <a:xfrm>
            <a:off x="4554720" y="2329200"/>
            <a:ext cx="504720" cy="504360"/>
          </a:xfrm>
          <a:prstGeom prst="rect">
            <a:avLst/>
          </a:prstGeom>
          <a:ln w="0">
            <a:noFill/>
          </a:ln>
        </p:spPr>
      </p:pic>
      <p:sp>
        <p:nvSpPr>
          <p:cNvPr id="1497" name=""/>
          <p:cNvSpPr/>
          <p:nvPr/>
        </p:nvSpPr>
        <p:spPr>
          <a:xfrm>
            <a:off x="5663160" y="2901600"/>
            <a:ext cx="597960" cy="597960"/>
          </a:xfrm>
          <a:custGeom>
            <a:avLst/>
            <a:gdLst/>
            <a:ahLst/>
            <a:rect l="0" t="0" r="r" b="b"/>
            <a:pathLst>
              <a:path w="1661" h="1661">
                <a:moveTo>
                  <a:pt x="0" y="0"/>
                </a:moveTo>
                <a:lnTo>
                  <a:pt x="1661" y="0"/>
                </a:lnTo>
                <a:lnTo>
                  <a:pt x="1661" y="1661"/>
                </a:lnTo>
                <a:lnTo>
                  <a:pt x="0" y="166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98" name="" descr=""/>
          <p:cNvPicPr/>
          <p:nvPr/>
        </p:nvPicPr>
        <p:blipFill>
          <a:blip r:embed="rId42"/>
          <a:stretch/>
        </p:blipFill>
        <p:spPr>
          <a:xfrm>
            <a:off x="5663520" y="2901600"/>
            <a:ext cx="597240" cy="597240"/>
          </a:xfrm>
          <a:prstGeom prst="rect">
            <a:avLst/>
          </a:prstGeom>
          <a:ln w="0">
            <a:noFill/>
          </a:ln>
        </p:spPr>
      </p:pic>
      <p:sp>
        <p:nvSpPr>
          <p:cNvPr id="1499" name=""/>
          <p:cNvSpPr/>
          <p:nvPr/>
        </p:nvSpPr>
        <p:spPr>
          <a:xfrm>
            <a:off x="1985040" y="38185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0"/>
                </a:lnTo>
                <a:lnTo>
                  <a:pt x="1270" y="1269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00" name="" descr=""/>
          <p:cNvPicPr/>
          <p:nvPr/>
        </p:nvPicPr>
        <p:blipFill>
          <a:blip r:embed="rId43"/>
          <a:stretch/>
        </p:blipFill>
        <p:spPr>
          <a:xfrm>
            <a:off x="1985400" y="3818520"/>
            <a:ext cx="456120" cy="456480"/>
          </a:xfrm>
          <a:prstGeom prst="rect">
            <a:avLst/>
          </a:prstGeom>
          <a:ln w="0">
            <a:noFill/>
          </a:ln>
        </p:spPr>
      </p:pic>
      <p:sp>
        <p:nvSpPr>
          <p:cNvPr id="1501" name=""/>
          <p:cNvSpPr/>
          <p:nvPr/>
        </p:nvSpPr>
        <p:spPr>
          <a:xfrm>
            <a:off x="1433880" y="2018520"/>
            <a:ext cx="495720" cy="495360"/>
          </a:xfrm>
          <a:custGeom>
            <a:avLst/>
            <a:gdLst/>
            <a:ahLst/>
            <a:rect l="0" t="0" r="r" b="b"/>
            <a:pathLst>
              <a:path w="1377" h="1376">
                <a:moveTo>
                  <a:pt x="0" y="0"/>
                </a:moveTo>
                <a:lnTo>
                  <a:pt x="1377" y="0"/>
                </a:lnTo>
                <a:lnTo>
                  <a:pt x="137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02" name="" descr=""/>
          <p:cNvPicPr/>
          <p:nvPr/>
        </p:nvPicPr>
        <p:blipFill>
          <a:blip r:embed="rId44"/>
          <a:stretch/>
        </p:blipFill>
        <p:spPr>
          <a:xfrm>
            <a:off x="1433880" y="201852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1503" name=""/>
          <p:cNvSpPr/>
          <p:nvPr/>
        </p:nvSpPr>
        <p:spPr>
          <a:xfrm>
            <a:off x="1884960" y="2018520"/>
            <a:ext cx="495720" cy="495360"/>
          </a:xfrm>
          <a:custGeom>
            <a:avLst/>
            <a:gdLst/>
            <a:ahLst/>
            <a:rect l="0" t="0" r="r" b="b"/>
            <a:pathLst>
              <a:path w="1377" h="1376">
                <a:moveTo>
                  <a:pt x="0" y="0"/>
                </a:moveTo>
                <a:lnTo>
                  <a:pt x="1377" y="0"/>
                </a:lnTo>
                <a:lnTo>
                  <a:pt x="137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04" name="" descr=""/>
          <p:cNvPicPr/>
          <p:nvPr/>
        </p:nvPicPr>
        <p:blipFill>
          <a:blip r:embed="rId45"/>
          <a:stretch/>
        </p:blipFill>
        <p:spPr>
          <a:xfrm>
            <a:off x="1885320" y="201852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1505" name=""/>
          <p:cNvSpPr/>
          <p:nvPr/>
        </p:nvSpPr>
        <p:spPr>
          <a:xfrm>
            <a:off x="2026440" y="4443120"/>
            <a:ext cx="384480" cy="384480"/>
          </a:xfrm>
          <a:custGeom>
            <a:avLst/>
            <a:gdLst/>
            <a:ahLst/>
            <a:rect l="0" t="0" r="r" b="b"/>
            <a:pathLst>
              <a:path w="1068" h="1068">
                <a:moveTo>
                  <a:pt x="0" y="0"/>
                </a:moveTo>
                <a:lnTo>
                  <a:pt x="1068" y="0"/>
                </a:lnTo>
                <a:lnTo>
                  <a:pt x="1068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06" name="" descr=""/>
          <p:cNvPicPr/>
          <p:nvPr/>
        </p:nvPicPr>
        <p:blipFill>
          <a:blip r:embed="rId46"/>
          <a:stretch/>
        </p:blipFill>
        <p:spPr>
          <a:xfrm>
            <a:off x="2026440" y="4443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507" name=""/>
          <p:cNvSpPr/>
          <p:nvPr/>
        </p:nvSpPr>
        <p:spPr>
          <a:xfrm>
            <a:off x="2502000" y="3844440"/>
            <a:ext cx="404640" cy="404640"/>
          </a:xfrm>
          <a:custGeom>
            <a:avLst/>
            <a:gdLst/>
            <a:ahLst/>
            <a:rect l="0" t="0" r="r" b="b"/>
            <a:pathLst>
              <a:path w="1124" h="1124">
                <a:moveTo>
                  <a:pt x="0" y="0"/>
                </a:moveTo>
                <a:lnTo>
                  <a:pt x="1124" y="0"/>
                </a:lnTo>
                <a:lnTo>
                  <a:pt x="1124" y="1124"/>
                </a:lnTo>
                <a:lnTo>
                  <a:pt x="0" y="112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08" name="" descr=""/>
          <p:cNvPicPr/>
          <p:nvPr/>
        </p:nvPicPr>
        <p:blipFill>
          <a:blip r:embed="rId47"/>
          <a:stretch/>
        </p:blipFill>
        <p:spPr>
          <a:xfrm>
            <a:off x="2502000" y="3844800"/>
            <a:ext cx="403920" cy="403920"/>
          </a:xfrm>
          <a:prstGeom prst="rect">
            <a:avLst/>
          </a:prstGeom>
          <a:ln w="0">
            <a:noFill/>
          </a:ln>
        </p:spPr>
      </p:pic>
      <p:sp>
        <p:nvSpPr>
          <p:cNvPr id="1509" name=""/>
          <p:cNvSpPr/>
          <p:nvPr/>
        </p:nvSpPr>
        <p:spPr>
          <a:xfrm>
            <a:off x="4407120" y="4226400"/>
            <a:ext cx="432360" cy="432360"/>
          </a:xfrm>
          <a:custGeom>
            <a:avLst/>
            <a:gdLst/>
            <a:ahLst/>
            <a:rect l="0" t="0" r="r" b="b"/>
            <a:pathLst>
              <a:path w="1201" h="1201">
                <a:moveTo>
                  <a:pt x="0" y="0"/>
                </a:moveTo>
                <a:lnTo>
                  <a:pt x="1201" y="0"/>
                </a:lnTo>
                <a:lnTo>
                  <a:pt x="1201" y="1201"/>
                </a:lnTo>
                <a:lnTo>
                  <a:pt x="0" y="12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10" name="" descr=""/>
          <p:cNvPicPr/>
          <p:nvPr/>
        </p:nvPicPr>
        <p:blipFill>
          <a:blip r:embed="rId48"/>
          <a:stretch/>
        </p:blipFill>
        <p:spPr>
          <a:xfrm>
            <a:off x="4407120" y="422640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1511" name=""/>
          <p:cNvSpPr/>
          <p:nvPr/>
        </p:nvSpPr>
        <p:spPr>
          <a:xfrm>
            <a:off x="3919680" y="3763080"/>
            <a:ext cx="432360" cy="432720"/>
          </a:xfrm>
          <a:custGeom>
            <a:avLst/>
            <a:gdLst/>
            <a:ahLst/>
            <a:rect l="0" t="0" r="r" b="b"/>
            <a:pathLst>
              <a:path w="1201" h="1202">
                <a:moveTo>
                  <a:pt x="0" y="0"/>
                </a:moveTo>
                <a:lnTo>
                  <a:pt x="1201" y="0"/>
                </a:lnTo>
                <a:lnTo>
                  <a:pt x="1201" y="1202"/>
                </a:lnTo>
                <a:lnTo>
                  <a:pt x="0" y="120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12" name="" descr=""/>
          <p:cNvPicPr/>
          <p:nvPr/>
        </p:nvPicPr>
        <p:blipFill>
          <a:blip r:embed="rId49"/>
          <a:stretch/>
        </p:blipFill>
        <p:spPr>
          <a:xfrm>
            <a:off x="3919680" y="376344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1513" name=""/>
          <p:cNvSpPr/>
          <p:nvPr/>
        </p:nvSpPr>
        <p:spPr>
          <a:xfrm>
            <a:off x="4381200" y="3763080"/>
            <a:ext cx="432360" cy="432720"/>
          </a:xfrm>
          <a:custGeom>
            <a:avLst/>
            <a:gdLst/>
            <a:ahLst/>
            <a:rect l="0" t="0" r="r" b="b"/>
            <a:pathLst>
              <a:path w="1201" h="1202">
                <a:moveTo>
                  <a:pt x="0" y="0"/>
                </a:moveTo>
                <a:lnTo>
                  <a:pt x="1201" y="0"/>
                </a:lnTo>
                <a:lnTo>
                  <a:pt x="1201" y="1202"/>
                </a:lnTo>
                <a:lnTo>
                  <a:pt x="0" y="120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14" name="" descr=""/>
          <p:cNvPicPr/>
          <p:nvPr/>
        </p:nvPicPr>
        <p:blipFill>
          <a:blip r:embed="rId50"/>
          <a:stretch/>
        </p:blipFill>
        <p:spPr>
          <a:xfrm>
            <a:off x="4381200" y="376344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1515" name=""/>
          <p:cNvSpPr/>
          <p:nvPr/>
        </p:nvSpPr>
        <p:spPr>
          <a:xfrm>
            <a:off x="5420880" y="4250880"/>
            <a:ext cx="383040" cy="383040"/>
          </a:xfrm>
          <a:custGeom>
            <a:avLst/>
            <a:gdLst/>
            <a:ahLst/>
            <a:rect l="0" t="0" r="r" b="b"/>
            <a:pathLst>
              <a:path w="1064" h="1064">
                <a:moveTo>
                  <a:pt x="0" y="0"/>
                </a:moveTo>
                <a:lnTo>
                  <a:pt x="1064" y="0"/>
                </a:lnTo>
                <a:lnTo>
                  <a:pt x="1064" y="1064"/>
                </a:lnTo>
                <a:lnTo>
                  <a:pt x="0" y="106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16" name="" descr=""/>
          <p:cNvPicPr/>
          <p:nvPr/>
        </p:nvPicPr>
        <p:blipFill>
          <a:blip r:embed="rId51"/>
          <a:stretch/>
        </p:blipFill>
        <p:spPr>
          <a:xfrm>
            <a:off x="5421240" y="4251240"/>
            <a:ext cx="382320" cy="382320"/>
          </a:xfrm>
          <a:prstGeom prst="rect">
            <a:avLst/>
          </a:prstGeom>
          <a:ln w="0">
            <a:noFill/>
          </a:ln>
        </p:spPr>
      </p:pic>
      <p:sp>
        <p:nvSpPr>
          <p:cNvPr id="1517" name=""/>
          <p:cNvSpPr/>
          <p:nvPr/>
        </p:nvSpPr>
        <p:spPr>
          <a:xfrm>
            <a:off x="1561320" y="1329480"/>
            <a:ext cx="617760" cy="617760"/>
          </a:xfrm>
          <a:custGeom>
            <a:avLst/>
            <a:gdLst/>
            <a:ahLst/>
            <a:rect l="0" t="0" r="r" b="b"/>
            <a:pathLst>
              <a:path w="1716" h="1716">
                <a:moveTo>
                  <a:pt x="0" y="0"/>
                </a:moveTo>
                <a:lnTo>
                  <a:pt x="1716" y="0"/>
                </a:lnTo>
                <a:lnTo>
                  <a:pt x="1716" y="1716"/>
                </a:lnTo>
                <a:lnTo>
                  <a:pt x="0" y="171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18" name="" descr=""/>
          <p:cNvPicPr/>
          <p:nvPr/>
        </p:nvPicPr>
        <p:blipFill>
          <a:blip r:embed="rId52"/>
          <a:stretch/>
        </p:blipFill>
        <p:spPr>
          <a:xfrm>
            <a:off x="1561680" y="1329840"/>
            <a:ext cx="617040" cy="617040"/>
          </a:xfrm>
          <a:prstGeom prst="rect">
            <a:avLst/>
          </a:prstGeom>
          <a:ln w="0">
            <a:noFill/>
          </a:ln>
        </p:spPr>
      </p:pic>
      <p:sp>
        <p:nvSpPr>
          <p:cNvPr id="1519" name=""/>
          <p:cNvSpPr/>
          <p:nvPr/>
        </p:nvSpPr>
        <p:spPr>
          <a:xfrm>
            <a:off x="6484680" y="617040"/>
            <a:ext cx="432000" cy="432000"/>
          </a:xfrm>
          <a:custGeom>
            <a:avLst/>
            <a:gdLst/>
            <a:ahLst/>
            <a:rect l="0" t="0" r="r" b="b"/>
            <a:pathLst>
              <a:path w="1200" h="1200">
                <a:moveTo>
                  <a:pt x="0" y="0"/>
                </a:moveTo>
                <a:lnTo>
                  <a:pt x="1200" y="0"/>
                </a:lnTo>
                <a:lnTo>
                  <a:pt x="1200" y="1200"/>
                </a:lnTo>
                <a:lnTo>
                  <a:pt x="0" y="12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20" name="" descr=""/>
          <p:cNvPicPr/>
          <p:nvPr/>
        </p:nvPicPr>
        <p:blipFill>
          <a:blip r:embed="rId53"/>
          <a:stretch/>
        </p:blipFill>
        <p:spPr>
          <a:xfrm>
            <a:off x="6485040" y="617400"/>
            <a:ext cx="430920" cy="430920"/>
          </a:xfrm>
          <a:prstGeom prst="rect">
            <a:avLst/>
          </a:prstGeom>
          <a:ln w="0">
            <a:noFill/>
          </a:ln>
        </p:spPr>
      </p:pic>
      <p:sp>
        <p:nvSpPr>
          <p:cNvPr id="1521" name=""/>
          <p:cNvSpPr/>
          <p:nvPr/>
        </p:nvSpPr>
        <p:spPr>
          <a:xfrm>
            <a:off x="6916320" y="617040"/>
            <a:ext cx="431640" cy="432000"/>
          </a:xfrm>
          <a:custGeom>
            <a:avLst/>
            <a:gdLst/>
            <a:ahLst/>
            <a:rect l="0" t="0" r="r" b="b"/>
            <a:pathLst>
              <a:path w="1199" h="1200">
                <a:moveTo>
                  <a:pt x="0" y="0"/>
                </a:moveTo>
                <a:lnTo>
                  <a:pt x="1199" y="0"/>
                </a:lnTo>
                <a:lnTo>
                  <a:pt x="1199" y="1200"/>
                </a:lnTo>
                <a:lnTo>
                  <a:pt x="0" y="12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22" name="" descr=""/>
          <p:cNvPicPr/>
          <p:nvPr/>
        </p:nvPicPr>
        <p:blipFill>
          <a:blip r:embed="rId54"/>
          <a:stretch/>
        </p:blipFill>
        <p:spPr>
          <a:xfrm>
            <a:off x="6916320" y="617400"/>
            <a:ext cx="430920" cy="430920"/>
          </a:xfrm>
          <a:prstGeom prst="rect">
            <a:avLst/>
          </a:prstGeom>
          <a:ln w="0">
            <a:noFill/>
          </a:ln>
        </p:spPr>
      </p:pic>
      <p:sp>
        <p:nvSpPr>
          <p:cNvPr id="1523" name=""/>
          <p:cNvSpPr/>
          <p:nvPr/>
        </p:nvSpPr>
        <p:spPr>
          <a:xfrm>
            <a:off x="8196840" y="2476800"/>
            <a:ext cx="613440" cy="613080"/>
          </a:xfrm>
          <a:custGeom>
            <a:avLst/>
            <a:gdLst/>
            <a:ahLst/>
            <a:rect l="0" t="0" r="r" b="b"/>
            <a:pathLst>
              <a:path w="1704" h="1703">
                <a:moveTo>
                  <a:pt x="330" y="0"/>
                </a:moveTo>
                <a:lnTo>
                  <a:pt x="1704" y="329"/>
                </a:lnTo>
                <a:lnTo>
                  <a:pt x="1375" y="1703"/>
                </a:lnTo>
                <a:lnTo>
                  <a:pt x="0" y="1374"/>
                </a:lnTo>
                <a:lnTo>
                  <a:pt x="33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24" name="" descr=""/>
          <p:cNvPicPr/>
          <p:nvPr/>
        </p:nvPicPr>
        <p:blipFill>
          <a:blip r:embed="rId55"/>
          <a:stretch/>
        </p:blipFill>
        <p:spPr>
          <a:xfrm rot="808800">
            <a:off x="8249400" y="252900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25" name=""/>
          <p:cNvSpPr/>
          <p:nvPr/>
        </p:nvSpPr>
        <p:spPr>
          <a:xfrm>
            <a:off x="7692120" y="2494080"/>
            <a:ext cx="508680" cy="508680"/>
          </a:xfrm>
          <a:custGeom>
            <a:avLst/>
            <a:gdLst/>
            <a:ahLst/>
            <a:rect l="0" t="0" r="r" b="b"/>
            <a:pathLst>
              <a:path w="1413" h="1413">
                <a:moveTo>
                  <a:pt x="0" y="0"/>
                </a:moveTo>
                <a:lnTo>
                  <a:pt x="1413" y="0"/>
                </a:lnTo>
                <a:lnTo>
                  <a:pt x="1413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26" name="" descr=""/>
          <p:cNvPicPr/>
          <p:nvPr/>
        </p:nvPicPr>
        <p:blipFill>
          <a:blip r:embed="rId56"/>
          <a:stretch/>
        </p:blipFill>
        <p:spPr>
          <a:xfrm>
            <a:off x="7692120" y="24940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27" name=""/>
          <p:cNvSpPr/>
          <p:nvPr/>
        </p:nvSpPr>
        <p:spPr>
          <a:xfrm>
            <a:off x="7201800" y="2494080"/>
            <a:ext cx="509040" cy="508680"/>
          </a:xfrm>
          <a:custGeom>
            <a:avLst/>
            <a:gdLst/>
            <a:ahLst/>
            <a:rect l="0" t="0" r="r" b="b"/>
            <a:pathLst>
              <a:path w="1414" h="1413">
                <a:moveTo>
                  <a:pt x="0" y="0"/>
                </a:moveTo>
                <a:lnTo>
                  <a:pt x="1414" y="0"/>
                </a:lnTo>
                <a:lnTo>
                  <a:pt x="1414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28" name="" descr=""/>
          <p:cNvPicPr/>
          <p:nvPr/>
        </p:nvPicPr>
        <p:blipFill>
          <a:blip r:embed="rId57"/>
          <a:stretch/>
        </p:blipFill>
        <p:spPr>
          <a:xfrm>
            <a:off x="7202160" y="24940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29" name=""/>
          <p:cNvSpPr/>
          <p:nvPr/>
        </p:nvSpPr>
        <p:spPr>
          <a:xfrm>
            <a:off x="7201800" y="1973880"/>
            <a:ext cx="509040" cy="508680"/>
          </a:xfrm>
          <a:custGeom>
            <a:avLst/>
            <a:gdLst/>
            <a:ahLst/>
            <a:rect l="0" t="0" r="r" b="b"/>
            <a:pathLst>
              <a:path w="1414" h="1413">
                <a:moveTo>
                  <a:pt x="0" y="0"/>
                </a:moveTo>
                <a:lnTo>
                  <a:pt x="1414" y="0"/>
                </a:lnTo>
                <a:lnTo>
                  <a:pt x="1414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30" name="" descr=""/>
          <p:cNvPicPr/>
          <p:nvPr/>
        </p:nvPicPr>
        <p:blipFill>
          <a:blip r:embed="rId58"/>
          <a:stretch/>
        </p:blipFill>
        <p:spPr>
          <a:xfrm>
            <a:off x="7202160" y="197424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31" name=""/>
          <p:cNvSpPr/>
          <p:nvPr/>
        </p:nvSpPr>
        <p:spPr>
          <a:xfrm>
            <a:off x="7692120" y="1973880"/>
            <a:ext cx="508680" cy="508680"/>
          </a:xfrm>
          <a:custGeom>
            <a:avLst/>
            <a:gdLst/>
            <a:ahLst/>
            <a:rect l="0" t="0" r="r" b="b"/>
            <a:pathLst>
              <a:path w="1413" h="1413">
                <a:moveTo>
                  <a:pt x="0" y="0"/>
                </a:moveTo>
                <a:lnTo>
                  <a:pt x="1413" y="0"/>
                </a:lnTo>
                <a:lnTo>
                  <a:pt x="1413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32" name="" descr=""/>
          <p:cNvPicPr/>
          <p:nvPr/>
        </p:nvPicPr>
        <p:blipFill>
          <a:blip r:embed="rId59"/>
          <a:stretch/>
        </p:blipFill>
        <p:spPr>
          <a:xfrm>
            <a:off x="7692120" y="197424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33" name=""/>
          <p:cNvSpPr/>
          <p:nvPr/>
        </p:nvSpPr>
        <p:spPr>
          <a:xfrm>
            <a:off x="8217720" y="1167120"/>
            <a:ext cx="509040" cy="509040"/>
          </a:xfrm>
          <a:custGeom>
            <a:avLst/>
            <a:gdLst/>
            <a:ahLst/>
            <a:rect l="0" t="0" r="r" b="b"/>
            <a:pathLst>
              <a:path w="1414" h="1414">
                <a:moveTo>
                  <a:pt x="0" y="0"/>
                </a:moveTo>
                <a:lnTo>
                  <a:pt x="1414" y="0"/>
                </a:lnTo>
                <a:lnTo>
                  <a:pt x="1414" y="1414"/>
                </a:lnTo>
                <a:lnTo>
                  <a:pt x="0" y="14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34" name="" descr=""/>
          <p:cNvPicPr/>
          <p:nvPr/>
        </p:nvPicPr>
        <p:blipFill>
          <a:blip r:embed="rId60"/>
          <a:stretch/>
        </p:blipFill>
        <p:spPr>
          <a:xfrm>
            <a:off x="8218080" y="11674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35" name=""/>
          <p:cNvSpPr/>
          <p:nvPr/>
        </p:nvSpPr>
        <p:spPr>
          <a:xfrm>
            <a:off x="7631280" y="1180440"/>
            <a:ext cx="508680" cy="508680"/>
          </a:xfrm>
          <a:custGeom>
            <a:avLst/>
            <a:gdLst/>
            <a:ahLst/>
            <a:rect l="0" t="0" r="r" b="b"/>
            <a:pathLst>
              <a:path w="1413" h="1413">
                <a:moveTo>
                  <a:pt x="0" y="0"/>
                </a:moveTo>
                <a:lnTo>
                  <a:pt x="1413" y="0"/>
                </a:lnTo>
                <a:lnTo>
                  <a:pt x="1413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36" name="" descr=""/>
          <p:cNvPicPr/>
          <p:nvPr/>
        </p:nvPicPr>
        <p:blipFill>
          <a:blip r:embed="rId61"/>
          <a:stretch/>
        </p:blipFill>
        <p:spPr>
          <a:xfrm>
            <a:off x="7631280" y="118044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37" name=""/>
          <p:cNvSpPr/>
          <p:nvPr/>
        </p:nvSpPr>
        <p:spPr>
          <a:xfrm>
            <a:off x="8164440" y="578520"/>
            <a:ext cx="508680" cy="509040"/>
          </a:xfrm>
          <a:custGeom>
            <a:avLst/>
            <a:gdLst/>
            <a:ahLst/>
            <a:rect l="0" t="0" r="r" b="b"/>
            <a:pathLst>
              <a:path w="1413" h="1414">
                <a:moveTo>
                  <a:pt x="0" y="0"/>
                </a:moveTo>
                <a:lnTo>
                  <a:pt x="1413" y="0"/>
                </a:lnTo>
                <a:lnTo>
                  <a:pt x="1413" y="1414"/>
                </a:lnTo>
                <a:lnTo>
                  <a:pt x="0" y="14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38" name="" descr=""/>
          <p:cNvPicPr/>
          <p:nvPr/>
        </p:nvPicPr>
        <p:blipFill>
          <a:blip r:embed="rId62"/>
          <a:stretch/>
        </p:blipFill>
        <p:spPr>
          <a:xfrm>
            <a:off x="8164440" y="5788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39" name=""/>
          <p:cNvSpPr/>
          <p:nvPr/>
        </p:nvSpPr>
        <p:spPr>
          <a:xfrm>
            <a:off x="7666560" y="578520"/>
            <a:ext cx="508680" cy="509040"/>
          </a:xfrm>
          <a:custGeom>
            <a:avLst/>
            <a:gdLst/>
            <a:ahLst/>
            <a:rect l="0" t="0" r="r" b="b"/>
            <a:pathLst>
              <a:path w="1413" h="1414">
                <a:moveTo>
                  <a:pt x="0" y="0"/>
                </a:moveTo>
                <a:lnTo>
                  <a:pt x="1413" y="0"/>
                </a:lnTo>
                <a:lnTo>
                  <a:pt x="1413" y="1414"/>
                </a:lnTo>
                <a:lnTo>
                  <a:pt x="0" y="141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40" name="" descr=""/>
          <p:cNvPicPr/>
          <p:nvPr/>
        </p:nvPicPr>
        <p:blipFill>
          <a:blip r:embed="rId63"/>
          <a:stretch/>
        </p:blipFill>
        <p:spPr>
          <a:xfrm>
            <a:off x="7666560" y="57888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41" name=""/>
          <p:cNvSpPr/>
          <p:nvPr/>
        </p:nvSpPr>
        <p:spPr>
          <a:xfrm>
            <a:off x="3495600" y="583200"/>
            <a:ext cx="499680" cy="499680"/>
          </a:xfrm>
          <a:custGeom>
            <a:avLst/>
            <a:gdLst/>
            <a:ahLst/>
            <a:rect l="0" t="0" r="r" b="b"/>
            <a:pathLst>
              <a:path w="1388" h="1388">
                <a:moveTo>
                  <a:pt x="0" y="0"/>
                </a:moveTo>
                <a:lnTo>
                  <a:pt x="1388" y="0"/>
                </a:lnTo>
                <a:lnTo>
                  <a:pt x="1388" y="1388"/>
                </a:lnTo>
                <a:lnTo>
                  <a:pt x="0" y="13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42" name="" descr=""/>
          <p:cNvPicPr/>
          <p:nvPr/>
        </p:nvPicPr>
        <p:blipFill>
          <a:blip r:embed="rId64"/>
          <a:stretch/>
        </p:blipFill>
        <p:spPr>
          <a:xfrm>
            <a:off x="3495600" y="58320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1543" name=""/>
          <p:cNvSpPr/>
          <p:nvPr/>
        </p:nvSpPr>
        <p:spPr>
          <a:xfrm>
            <a:off x="7342560" y="4061520"/>
            <a:ext cx="432720" cy="432360"/>
          </a:xfrm>
          <a:custGeom>
            <a:avLst/>
            <a:gdLst/>
            <a:ahLst/>
            <a:rect l="0" t="0" r="r" b="b"/>
            <a:pathLst>
              <a:path w="1202" h="1201">
                <a:moveTo>
                  <a:pt x="0" y="0"/>
                </a:moveTo>
                <a:lnTo>
                  <a:pt x="1202" y="0"/>
                </a:lnTo>
                <a:lnTo>
                  <a:pt x="1202" y="1201"/>
                </a:lnTo>
                <a:lnTo>
                  <a:pt x="0" y="12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44" name="" descr=""/>
          <p:cNvPicPr/>
          <p:nvPr/>
        </p:nvPicPr>
        <p:blipFill>
          <a:blip r:embed="rId65"/>
          <a:stretch/>
        </p:blipFill>
        <p:spPr>
          <a:xfrm>
            <a:off x="7342920" y="4061520"/>
            <a:ext cx="431640" cy="431640"/>
          </a:xfrm>
          <a:prstGeom prst="rect">
            <a:avLst/>
          </a:prstGeom>
          <a:ln w="0">
            <a:noFill/>
          </a:ln>
        </p:spPr>
      </p:pic>
      <p:sp>
        <p:nvSpPr>
          <p:cNvPr id="1545" name=""/>
          <p:cNvSpPr/>
          <p:nvPr/>
        </p:nvSpPr>
        <p:spPr>
          <a:xfrm>
            <a:off x="7320600" y="3408480"/>
            <a:ext cx="432360" cy="432360"/>
          </a:xfrm>
          <a:custGeom>
            <a:avLst/>
            <a:gdLst/>
            <a:ahLst/>
            <a:rect l="0" t="0" r="r" b="b"/>
            <a:pathLst>
              <a:path w="1201" h="1201">
                <a:moveTo>
                  <a:pt x="0" y="0"/>
                </a:moveTo>
                <a:lnTo>
                  <a:pt x="1201" y="0"/>
                </a:lnTo>
                <a:lnTo>
                  <a:pt x="1201" y="1201"/>
                </a:lnTo>
                <a:lnTo>
                  <a:pt x="0" y="12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46" name="" descr=""/>
          <p:cNvPicPr/>
          <p:nvPr/>
        </p:nvPicPr>
        <p:blipFill>
          <a:blip r:embed="rId66"/>
          <a:stretch/>
        </p:blipFill>
        <p:spPr>
          <a:xfrm>
            <a:off x="7320600" y="3408480"/>
            <a:ext cx="431640" cy="431640"/>
          </a:xfrm>
          <a:prstGeom prst="rect">
            <a:avLst/>
          </a:prstGeom>
          <a:ln w="0">
            <a:noFill/>
          </a:ln>
        </p:spPr>
      </p:pic>
      <p:sp>
        <p:nvSpPr>
          <p:cNvPr id="1547" name=""/>
          <p:cNvSpPr/>
          <p:nvPr/>
        </p:nvSpPr>
        <p:spPr>
          <a:xfrm>
            <a:off x="8192880" y="1973880"/>
            <a:ext cx="509040" cy="508680"/>
          </a:xfrm>
          <a:custGeom>
            <a:avLst/>
            <a:gdLst/>
            <a:ahLst/>
            <a:rect l="0" t="0" r="r" b="b"/>
            <a:pathLst>
              <a:path w="1414" h="1413">
                <a:moveTo>
                  <a:pt x="0" y="0"/>
                </a:moveTo>
                <a:lnTo>
                  <a:pt x="1414" y="0"/>
                </a:lnTo>
                <a:lnTo>
                  <a:pt x="1414" y="1413"/>
                </a:lnTo>
                <a:lnTo>
                  <a:pt x="0" y="141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48" name="" descr=""/>
          <p:cNvPicPr/>
          <p:nvPr/>
        </p:nvPicPr>
        <p:blipFill>
          <a:blip r:embed="rId67"/>
          <a:stretch/>
        </p:blipFill>
        <p:spPr>
          <a:xfrm>
            <a:off x="8193240" y="1974240"/>
            <a:ext cx="507960" cy="507960"/>
          </a:xfrm>
          <a:prstGeom prst="rect">
            <a:avLst/>
          </a:prstGeom>
          <a:ln w="0">
            <a:noFill/>
          </a:ln>
        </p:spPr>
      </p:pic>
      <p:sp>
        <p:nvSpPr>
          <p:cNvPr id="1549" name=""/>
          <p:cNvSpPr/>
          <p:nvPr/>
        </p:nvSpPr>
        <p:spPr>
          <a:xfrm>
            <a:off x="2337480" y="2058120"/>
            <a:ext cx="443880" cy="443880"/>
          </a:xfrm>
          <a:custGeom>
            <a:avLst/>
            <a:gdLst/>
            <a:ahLst/>
            <a:rect l="0" t="0" r="r" b="b"/>
            <a:pathLst>
              <a:path w="1233" h="1233">
                <a:moveTo>
                  <a:pt x="0" y="0"/>
                </a:moveTo>
                <a:lnTo>
                  <a:pt x="1233" y="0"/>
                </a:lnTo>
                <a:lnTo>
                  <a:pt x="1233" y="1233"/>
                </a:lnTo>
                <a:lnTo>
                  <a:pt x="0" y="123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50" name="" descr=""/>
          <p:cNvPicPr/>
          <p:nvPr/>
        </p:nvPicPr>
        <p:blipFill>
          <a:blip r:embed="rId68"/>
          <a:stretch/>
        </p:blipFill>
        <p:spPr>
          <a:xfrm>
            <a:off x="2337840" y="2058480"/>
            <a:ext cx="442800" cy="442800"/>
          </a:xfrm>
          <a:prstGeom prst="rect">
            <a:avLst/>
          </a:prstGeom>
          <a:ln w="0">
            <a:noFill/>
          </a:ln>
        </p:spPr>
      </p:pic>
      <p:sp>
        <p:nvSpPr>
          <p:cNvPr id="1551" name=""/>
          <p:cNvSpPr/>
          <p:nvPr/>
        </p:nvSpPr>
        <p:spPr>
          <a:xfrm>
            <a:off x="2774880" y="1388520"/>
            <a:ext cx="500040" cy="499680"/>
          </a:xfrm>
          <a:custGeom>
            <a:avLst/>
            <a:gdLst/>
            <a:ahLst/>
            <a:rect l="0" t="0" r="r" b="b"/>
            <a:pathLst>
              <a:path w="1389" h="1388">
                <a:moveTo>
                  <a:pt x="0" y="0"/>
                </a:moveTo>
                <a:lnTo>
                  <a:pt x="1389" y="0"/>
                </a:lnTo>
                <a:lnTo>
                  <a:pt x="1389" y="1388"/>
                </a:lnTo>
                <a:lnTo>
                  <a:pt x="0" y="13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52" name="" descr=""/>
          <p:cNvPicPr/>
          <p:nvPr/>
        </p:nvPicPr>
        <p:blipFill>
          <a:blip r:embed="rId69"/>
          <a:stretch/>
        </p:blipFill>
        <p:spPr>
          <a:xfrm>
            <a:off x="2775240" y="1388520"/>
            <a:ext cx="499320" cy="499320"/>
          </a:xfrm>
          <a:prstGeom prst="rect">
            <a:avLst/>
          </a:prstGeom>
          <a:ln w="0">
            <a:noFill/>
          </a:ln>
        </p:spPr>
      </p:pic>
      <p:sp>
        <p:nvSpPr>
          <p:cNvPr id="1553" name=""/>
          <p:cNvSpPr/>
          <p:nvPr/>
        </p:nvSpPr>
        <p:spPr>
          <a:xfrm>
            <a:off x="5056200" y="4700520"/>
            <a:ext cx="306360" cy="306720"/>
          </a:xfrm>
          <a:custGeom>
            <a:avLst/>
            <a:gdLst/>
            <a:ahLst/>
            <a:rect l="0" t="0" r="r" b="b"/>
            <a:pathLst>
              <a:path w="851" h="852">
                <a:moveTo>
                  <a:pt x="0" y="0"/>
                </a:moveTo>
                <a:lnTo>
                  <a:pt x="851" y="0"/>
                </a:lnTo>
                <a:lnTo>
                  <a:pt x="851" y="852"/>
                </a:lnTo>
                <a:lnTo>
                  <a:pt x="0" y="8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54" name="" descr=""/>
          <p:cNvPicPr/>
          <p:nvPr/>
        </p:nvPicPr>
        <p:blipFill>
          <a:blip r:embed="rId70"/>
          <a:stretch/>
        </p:blipFill>
        <p:spPr>
          <a:xfrm>
            <a:off x="5056200" y="4700520"/>
            <a:ext cx="306000" cy="306000"/>
          </a:xfrm>
          <a:prstGeom prst="rect">
            <a:avLst/>
          </a:prstGeom>
          <a:ln w="0">
            <a:noFill/>
          </a:ln>
        </p:spPr>
      </p:pic>
      <p:sp>
        <p:nvSpPr>
          <p:cNvPr id="1555" name=""/>
          <p:cNvSpPr/>
          <p:nvPr/>
        </p:nvSpPr>
        <p:spPr>
          <a:xfrm>
            <a:off x="5476320" y="4711680"/>
            <a:ext cx="306720" cy="306720"/>
          </a:xfrm>
          <a:custGeom>
            <a:avLst/>
            <a:gdLst/>
            <a:ahLst/>
            <a:rect l="0" t="0" r="r" b="b"/>
            <a:pathLst>
              <a:path w="852" h="852">
                <a:moveTo>
                  <a:pt x="0" y="0"/>
                </a:moveTo>
                <a:lnTo>
                  <a:pt x="852" y="0"/>
                </a:lnTo>
                <a:lnTo>
                  <a:pt x="852" y="852"/>
                </a:lnTo>
                <a:lnTo>
                  <a:pt x="0" y="8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56" name="" descr=""/>
          <p:cNvPicPr/>
          <p:nvPr/>
        </p:nvPicPr>
        <p:blipFill>
          <a:blip r:embed="rId71"/>
          <a:stretch/>
        </p:blipFill>
        <p:spPr>
          <a:xfrm>
            <a:off x="5476680" y="4712040"/>
            <a:ext cx="306000" cy="306000"/>
          </a:xfrm>
          <a:prstGeom prst="rect">
            <a:avLst/>
          </a:prstGeom>
          <a:ln w="0">
            <a:noFill/>
          </a:ln>
        </p:spPr>
      </p:pic>
      <p:sp>
        <p:nvSpPr>
          <p:cNvPr id="1557" name=""/>
          <p:cNvSpPr/>
          <p:nvPr/>
        </p:nvSpPr>
        <p:spPr>
          <a:xfrm>
            <a:off x="2691720" y="2761200"/>
            <a:ext cx="438120" cy="438120"/>
          </a:xfrm>
          <a:custGeom>
            <a:avLst/>
            <a:gdLst/>
            <a:ahLst/>
            <a:rect l="0" t="0" r="r" b="b"/>
            <a:pathLst>
              <a:path w="1217" h="1217">
                <a:moveTo>
                  <a:pt x="0" y="0"/>
                </a:moveTo>
                <a:lnTo>
                  <a:pt x="1217" y="0"/>
                </a:lnTo>
                <a:lnTo>
                  <a:pt x="1217" y="1217"/>
                </a:lnTo>
                <a:lnTo>
                  <a:pt x="0" y="121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58" name="" descr=""/>
          <p:cNvPicPr/>
          <p:nvPr/>
        </p:nvPicPr>
        <p:blipFill>
          <a:blip r:embed="rId72"/>
          <a:stretch/>
        </p:blipFill>
        <p:spPr>
          <a:xfrm>
            <a:off x="2691720" y="2761560"/>
            <a:ext cx="437400" cy="437400"/>
          </a:xfrm>
          <a:prstGeom prst="rect">
            <a:avLst/>
          </a:prstGeom>
          <a:ln w="0">
            <a:noFill/>
          </a:ln>
        </p:spPr>
      </p:pic>
      <p:sp>
        <p:nvSpPr>
          <p:cNvPr id="1559" name=""/>
          <p:cNvSpPr/>
          <p:nvPr/>
        </p:nvSpPr>
        <p:spPr>
          <a:xfrm>
            <a:off x="3835440" y="1440720"/>
            <a:ext cx="617760" cy="617760"/>
          </a:xfrm>
          <a:custGeom>
            <a:avLst/>
            <a:gdLst/>
            <a:ahLst/>
            <a:rect l="0" t="0" r="r" b="b"/>
            <a:pathLst>
              <a:path w="1716" h="1716">
                <a:moveTo>
                  <a:pt x="0" y="0"/>
                </a:moveTo>
                <a:lnTo>
                  <a:pt x="1716" y="0"/>
                </a:lnTo>
                <a:lnTo>
                  <a:pt x="1716" y="1716"/>
                </a:lnTo>
                <a:lnTo>
                  <a:pt x="0" y="171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60" name="" descr=""/>
          <p:cNvPicPr/>
          <p:nvPr/>
        </p:nvPicPr>
        <p:blipFill>
          <a:blip r:embed="rId73"/>
          <a:stretch/>
        </p:blipFill>
        <p:spPr>
          <a:xfrm>
            <a:off x="3835440" y="1441080"/>
            <a:ext cx="617040" cy="617040"/>
          </a:xfrm>
          <a:prstGeom prst="rect">
            <a:avLst/>
          </a:prstGeom>
          <a:ln w="0">
            <a:noFill/>
          </a:ln>
        </p:spPr>
      </p:pic>
      <p:sp>
        <p:nvSpPr>
          <p:cNvPr id="1561" name=""/>
          <p:cNvSpPr/>
          <p:nvPr/>
        </p:nvSpPr>
        <p:spPr>
          <a:xfrm>
            <a:off x="4445640" y="1419120"/>
            <a:ext cx="730080" cy="730080"/>
          </a:xfrm>
          <a:custGeom>
            <a:avLst/>
            <a:gdLst/>
            <a:ahLst/>
            <a:rect l="0" t="0" r="r" b="b"/>
            <a:pathLst>
              <a:path w="2028" h="2028">
                <a:moveTo>
                  <a:pt x="0" y="0"/>
                </a:moveTo>
                <a:lnTo>
                  <a:pt x="2028" y="0"/>
                </a:lnTo>
                <a:lnTo>
                  <a:pt x="2028" y="2028"/>
                </a:lnTo>
                <a:lnTo>
                  <a:pt x="0" y="202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62" name="" descr=""/>
          <p:cNvPicPr/>
          <p:nvPr/>
        </p:nvPicPr>
        <p:blipFill>
          <a:blip r:embed="rId74"/>
          <a:stretch/>
        </p:blipFill>
        <p:spPr>
          <a:xfrm>
            <a:off x="4446000" y="141912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5385960" y="197280"/>
            <a:ext cx="3467520" cy="2147760"/>
          </a:xfrm>
          <a:custGeom>
            <a:avLst/>
            <a:gdLst/>
            <a:ahLst/>
            <a:rect l="0" t="0" r="r" b="b"/>
            <a:pathLst>
              <a:path w="9632" h="5966">
                <a:moveTo>
                  <a:pt x="0" y="994"/>
                </a:moveTo>
                <a:cubicBezTo>
                  <a:pt x="0" y="445"/>
                  <a:pt x="445" y="0"/>
                  <a:pt x="994" y="0"/>
                </a:cubicBezTo>
                <a:lnTo>
                  <a:pt x="8637" y="0"/>
                </a:lnTo>
                <a:cubicBezTo>
                  <a:pt x="8901" y="0"/>
                  <a:pt x="9155" y="104"/>
                  <a:pt x="9341" y="291"/>
                </a:cubicBezTo>
                <a:cubicBezTo>
                  <a:pt x="9527" y="477"/>
                  <a:pt x="9632" y="730"/>
                  <a:pt x="9632" y="994"/>
                </a:cubicBezTo>
                <a:lnTo>
                  <a:pt x="9632" y="4971"/>
                </a:lnTo>
                <a:cubicBezTo>
                  <a:pt x="9632" y="5520"/>
                  <a:pt x="9187" y="5966"/>
                  <a:pt x="8637" y="5966"/>
                </a:cubicBezTo>
                <a:lnTo>
                  <a:pt x="994" y="5966"/>
                </a:lnTo>
                <a:cubicBezTo>
                  <a:pt x="445" y="5966"/>
                  <a:pt x="0" y="5520"/>
                  <a:pt x="0" y="4971"/>
                </a:cubicBezTo>
                <a:lnTo>
                  <a:pt x="0" y="994"/>
                </a:lnTo>
                <a:close/>
              </a:path>
            </a:pathLst>
          </a:custGeom>
          <a:solidFill>
            <a:srgbClr val="9857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1066320" y="489960"/>
            <a:ext cx="1068840" cy="918720"/>
          </a:xfrm>
          <a:custGeom>
            <a:avLst/>
            <a:gdLst/>
            <a:ahLst/>
            <a:rect l="0" t="0" r="r" b="b"/>
            <a:pathLst>
              <a:path w="2969" h="2552">
                <a:moveTo>
                  <a:pt x="0" y="0"/>
                </a:moveTo>
                <a:lnTo>
                  <a:pt x="2969" y="0"/>
                </a:lnTo>
                <a:lnTo>
                  <a:pt x="2969" y="2552"/>
                </a:lnTo>
                <a:lnTo>
                  <a:pt x="0" y="25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66" name="" descr=""/>
          <p:cNvPicPr/>
          <p:nvPr/>
        </p:nvPicPr>
        <p:blipFill>
          <a:blip r:embed="rId1"/>
          <a:stretch/>
        </p:blipFill>
        <p:spPr>
          <a:xfrm>
            <a:off x="1066680" y="489960"/>
            <a:ext cx="1067760" cy="918000"/>
          </a:xfrm>
          <a:prstGeom prst="rect">
            <a:avLst/>
          </a:prstGeom>
          <a:ln w="0">
            <a:noFill/>
          </a:ln>
        </p:spPr>
      </p:pic>
      <p:sp>
        <p:nvSpPr>
          <p:cNvPr id="1567" name=""/>
          <p:cNvSpPr/>
          <p:nvPr/>
        </p:nvSpPr>
        <p:spPr>
          <a:xfrm>
            <a:off x="2134440" y="489960"/>
            <a:ext cx="1022040" cy="918720"/>
          </a:xfrm>
          <a:custGeom>
            <a:avLst/>
            <a:gdLst/>
            <a:ahLst/>
            <a:rect l="0" t="0" r="r" b="b"/>
            <a:pathLst>
              <a:path w="2839" h="2552">
                <a:moveTo>
                  <a:pt x="0" y="0"/>
                </a:moveTo>
                <a:lnTo>
                  <a:pt x="2839" y="0"/>
                </a:lnTo>
                <a:lnTo>
                  <a:pt x="2839" y="2552"/>
                </a:lnTo>
                <a:lnTo>
                  <a:pt x="0" y="25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68" name="" descr=""/>
          <p:cNvPicPr/>
          <p:nvPr/>
        </p:nvPicPr>
        <p:blipFill>
          <a:blip r:embed="rId2"/>
          <a:stretch/>
        </p:blipFill>
        <p:spPr>
          <a:xfrm>
            <a:off x="2134800" y="489960"/>
            <a:ext cx="1020960" cy="918000"/>
          </a:xfrm>
          <a:prstGeom prst="rect">
            <a:avLst/>
          </a:prstGeom>
          <a:ln w="0">
            <a:noFill/>
          </a:ln>
        </p:spPr>
      </p:pic>
      <p:sp>
        <p:nvSpPr>
          <p:cNvPr id="1569" name=""/>
          <p:cNvSpPr/>
          <p:nvPr/>
        </p:nvSpPr>
        <p:spPr>
          <a:xfrm>
            <a:off x="1129680" y="1479600"/>
            <a:ext cx="942120" cy="847080"/>
          </a:xfrm>
          <a:custGeom>
            <a:avLst/>
            <a:gdLst/>
            <a:ahLst/>
            <a:rect l="0" t="0" r="r" b="b"/>
            <a:pathLst>
              <a:path w="2617" h="2353">
                <a:moveTo>
                  <a:pt x="0" y="0"/>
                </a:moveTo>
                <a:lnTo>
                  <a:pt x="2617" y="0"/>
                </a:lnTo>
                <a:lnTo>
                  <a:pt x="2617" y="2353"/>
                </a:lnTo>
                <a:lnTo>
                  <a:pt x="0" y="23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70" name="" descr=""/>
          <p:cNvPicPr/>
          <p:nvPr/>
        </p:nvPicPr>
        <p:blipFill>
          <a:blip r:embed="rId3"/>
          <a:stretch/>
        </p:blipFill>
        <p:spPr>
          <a:xfrm>
            <a:off x="1129680" y="1479960"/>
            <a:ext cx="941400" cy="846360"/>
          </a:xfrm>
          <a:prstGeom prst="rect">
            <a:avLst/>
          </a:prstGeom>
          <a:ln w="0">
            <a:noFill/>
          </a:ln>
        </p:spPr>
      </p:pic>
      <p:sp>
        <p:nvSpPr>
          <p:cNvPr id="1571" name=""/>
          <p:cNvSpPr/>
          <p:nvPr/>
        </p:nvSpPr>
        <p:spPr>
          <a:xfrm>
            <a:off x="2134440" y="1407960"/>
            <a:ext cx="1022040" cy="918720"/>
          </a:xfrm>
          <a:custGeom>
            <a:avLst/>
            <a:gdLst/>
            <a:ahLst/>
            <a:rect l="0" t="0" r="r" b="b"/>
            <a:pathLst>
              <a:path w="2839" h="2552">
                <a:moveTo>
                  <a:pt x="0" y="0"/>
                </a:moveTo>
                <a:lnTo>
                  <a:pt x="2839" y="0"/>
                </a:lnTo>
                <a:lnTo>
                  <a:pt x="2839" y="2552"/>
                </a:lnTo>
                <a:lnTo>
                  <a:pt x="0" y="25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72" name="" descr=""/>
          <p:cNvPicPr/>
          <p:nvPr/>
        </p:nvPicPr>
        <p:blipFill>
          <a:blip r:embed="rId4"/>
          <a:stretch/>
        </p:blipFill>
        <p:spPr>
          <a:xfrm>
            <a:off x="2134800" y="1408320"/>
            <a:ext cx="1020960" cy="918000"/>
          </a:xfrm>
          <a:prstGeom prst="rect">
            <a:avLst/>
          </a:prstGeom>
          <a:ln w="0">
            <a:noFill/>
          </a:ln>
        </p:spPr>
      </p:pic>
      <p:sp>
        <p:nvSpPr>
          <p:cNvPr id="1573" name=""/>
          <p:cNvSpPr/>
          <p:nvPr/>
        </p:nvSpPr>
        <p:spPr>
          <a:xfrm>
            <a:off x="6807600" y="1326960"/>
            <a:ext cx="1812960" cy="627840"/>
          </a:xfrm>
          <a:custGeom>
            <a:avLst/>
            <a:gdLst/>
            <a:ahLst/>
            <a:rect l="0" t="0" r="r" b="b"/>
            <a:pathLst>
              <a:path w="5036" h="1744">
                <a:moveTo>
                  <a:pt x="0" y="0"/>
                </a:moveTo>
                <a:lnTo>
                  <a:pt x="5036" y="0"/>
                </a:lnTo>
                <a:lnTo>
                  <a:pt x="5036" y="1744"/>
                </a:lnTo>
                <a:lnTo>
                  <a:pt x="0" y="174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74" name="" descr=""/>
          <p:cNvPicPr/>
          <p:nvPr/>
        </p:nvPicPr>
        <p:blipFill>
          <a:blip r:embed="rId5"/>
          <a:stretch/>
        </p:blipFill>
        <p:spPr>
          <a:xfrm>
            <a:off x="6807600" y="1326960"/>
            <a:ext cx="1812240" cy="627120"/>
          </a:xfrm>
          <a:prstGeom prst="rect">
            <a:avLst/>
          </a:prstGeom>
          <a:ln w="0">
            <a:noFill/>
          </a:ln>
        </p:spPr>
      </p:pic>
      <p:sp>
        <p:nvSpPr>
          <p:cNvPr id="1575" name=""/>
          <p:cNvSpPr/>
          <p:nvPr/>
        </p:nvSpPr>
        <p:spPr>
          <a:xfrm>
            <a:off x="6807600" y="489960"/>
            <a:ext cx="1812960" cy="627840"/>
          </a:xfrm>
          <a:custGeom>
            <a:avLst/>
            <a:gdLst/>
            <a:ahLst/>
            <a:rect l="0" t="0" r="r" b="b"/>
            <a:pathLst>
              <a:path w="5036" h="1744">
                <a:moveTo>
                  <a:pt x="0" y="0"/>
                </a:moveTo>
                <a:lnTo>
                  <a:pt x="5036" y="0"/>
                </a:lnTo>
                <a:lnTo>
                  <a:pt x="5036" y="1744"/>
                </a:lnTo>
                <a:lnTo>
                  <a:pt x="0" y="174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76" name="" descr=""/>
          <p:cNvPicPr/>
          <p:nvPr/>
        </p:nvPicPr>
        <p:blipFill>
          <a:blip r:embed="rId6"/>
          <a:stretch/>
        </p:blipFill>
        <p:spPr>
          <a:xfrm>
            <a:off x="6807600" y="489960"/>
            <a:ext cx="1812240" cy="627120"/>
          </a:xfrm>
          <a:prstGeom prst="rect">
            <a:avLst/>
          </a:prstGeom>
          <a:ln w="0">
            <a:noFill/>
          </a:ln>
        </p:spPr>
      </p:pic>
      <p:sp>
        <p:nvSpPr>
          <p:cNvPr id="1577" name=""/>
          <p:cNvSpPr/>
          <p:nvPr/>
        </p:nvSpPr>
        <p:spPr>
          <a:xfrm>
            <a:off x="5696640" y="669960"/>
            <a:ext cx="942120" cy="1202040"/>
          </a:xfrm>
          <a:custGeom>
            <a:avLst/>
            <a:gdLst/>
            <a:ahLst/>
            <a:rect l="0" t="0" r="r" b="b"/>
            <a:pathLst>
              <a:path w="2617" h="3339">
                <a:moveTo>
                  <a:pt x="0" y="0"/>
                </a:moveTo>
                <a:lnTo>
                  <a:pt x="2617" y="0"/>
                </a:lnTo>
                <a:lnTo>
                  <a:pt x="2617" y="3339"/>
                </a:lnTo>
                <a:lnTo>
                  <a:pt x="0" y="333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78" name="" descr=""/>
          <p:cNvPicPr/>
          <p:nvPr/>
        </p:nvPicPr>
        <p:blipFill>
          <a:blip r:embed="rId7"/>
          <a:stretch/>
        </p:blipFill>
        <p:spPr>
          <a:xfrm>
            <a:off x="5696640" y="669960"/>
            <a:ext cx="941400" cy="1201320"/>
          </a:xfrm>
          <a:prstGeom prst="rect">
            <a:avLst/>
          </a:prstGeom>
          <a:ln w="0">
            <a:noFill/>
          </a:ln>
        </p:spPr>
      </p:pic>
      <p:sp>
        <p:nvSpPr>
          <p:cNvPr id="1579" name=""/>
          <p:cNvSpPr/>
          <p:nvPr/>
        </p:nvSpPr>
        <p:spPr>
          <a:xfrm>
            <a:off x="983160" y="3271320"/>
            <a:ext cx="649440" cy="1034640"/>
          </a:xfrm>
          <a:custGeom>
            <a:avLst/>
            <a:gdLst/>
            <a:ahLst/>
            <a:rect l="0" t="0" r="r" b="b"/>
            <a:pathLst>
              <a:path w="1804" h="2874">
                <a:moveTo>
                  <a:pt x="0" y="0"/>
                </a:moveTo>
                <a:lnTo>
                  <a:pt x="1804" y="0"/>
                </a:lnTo>
                <a:lnTo>
                  <a:pt x="1804" y="2874"/>
                </a:lnTo>
                <a:lnTo>
                  <a:pt x="0" y="28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80" name="" descr=""/>
          <p:cNvPicPr/>
          <p:nvPr/>
        </p:nvPicPr>
        <p:blipFill>
          <a:blip r:embed="rId8"/>
          <a:stretch/>
        </p:blipFill>
        <p:spPr>
          <a:xfrm>
            <a:off x="983520" y="3271320"/>
            <a:ext cx="648360" cy="1033920"/>
          </a:xfrm>
          <a:prstGeom prst="rect">
            <a:avLst/>
          </a:prstGeom>
          <a:ln w="0">
            <a:noFill/>
          </a:ln>
        </p:spPr>
      </p:pic>
      <p:pic>
        <p:nvPicPr>
          <p:cNvPr id="1581" name="" descr=""/>
          <p:cNvPicPr/>
          <p:nvPr/>
        </p:nvPicPr>
        <p:blipFill>
          <a:blip r:embed="rId9"/>
          <a:stretch/>
        </p:blipFill>
        <p:spPr>
          <a:xfrm>
            <a:off x="4550400" y="2741400"/>
            <a:ext cx="2111400" cy="1009080"/>
          </a:xfrm>
          <a:prstGeom prst="rect">
            <a:avLst/>
          </a:prstGeom>
          <a:ln w="0">
            <a:noFill/>
          </a:ln>
        </p:spPr>
      </p:pic>
      <p:sp>
        <p:nvSpPr>
          <p:cNvPr id="1582" name=""/>
          <p:cNvSpPr/>
          <p:nvPr/>
        </p:nvSpPr>
        <p:spPr>
          <a:xfrm>
            <a:off x="4667040" y="2836800"/>
            <a:ext cx="1883520" cy="781200"/>
          </a:xfrm>
          <a:custGeom>
            <a:avLst/>
            <a:gdLst/>
            <a:ahLst/>
            <a:rect l="0" t="0" r="r" b="b"/>
            <a:pathLst>
              <a:path w="5232" h="2170">
                <a:moveTo>
                  <a:pt x="0" y="0"/>
                </a:moveTo>
                <a:lnTo>
                  <a:pt x="5232" y="0"/>
                </a:lnTo>
                <a:lnTo>
                  <a:pt x="5232" y="2170"/>
                </a:lnTo>
                <a:lnTo>
                  <a:pt x="0" y="217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83" name="" descr=""/>
          <p:cNvPicPr/>
          <p:nvPr/>
        </p:nvPicPr>
        <p:blipFill>
          <a:blip r:embed="rId10"/>
          <a:stretch/>
        </p:blipFill>
        <p:spPr>
          <a:xfrm>
            <a:off x="4667040" y="2836800"/>
            <a:ext cx="1882800" cy="780480"/>
          </a:xfrm>
          <a:prstGeom prst="rect">
            <a:avLst/>
          </a:prstGeom>
          <a:ln w="0">
            <a:noFill/>
          </a:ln>
        </p:spPr>
      </p:pic>
      <p:pic>
        <p:nvPicPr>
          <p:cNvPr id="1584" name="" descr=""/>
          <p:cNvPicPr/>
          <p:nvPr/>
        </p:nvPicPr>
        <p:blipFill>
          <a:blip r:embed="rId11"/>
          <a:stretch/>
        </p:blipFill>
        <p:spPr>
          <a:xfrm>
            <a:off x="4475160" y="3685680"/>
            <a:ext cx="2176560" cy="993960"/>
          </a:xfrm>
          <a:prstGeom prst="rect">
            <a:avLst/>
          </a:prstGeom>
          <a:ln w="0">
            <a:noFill/>
          </a:ln>
        </p:spPr>
      </p:pic>
      <p:sp>
        <p:nvSpPr>
          <p:cNvPr id="1585" name=""/>
          <p:cNvSpPr/>
          <p:nvPr/>
        </p:nvSpPr>
        <p:spPr>
          <a:xfrm>
            <a:off x="4591800" y="3781080"/>
            <a:ext cx="1948680" cy="766080"/>
          </a:xfrm>
          <a:custGeom>
            <a:avLst/>
            <a:gdLst/>
            <a:ahLst/>
            <a:rect l="0" t="0" r="r" b="b"/>
            <a:pathLst>
              <a:path w="5413" h="2128">
                <a:moveTo>
                  <a:pt x="0" y="0"/>
                </a:moveTo>
                <a:lnTo>
                  <a:pt x="5413" y="0"/>
                </a:lnTo>
                <a:lnTo>
                  <a:pt x="5413" y="2128"/>
                </a:lnTo>
                <a:lnTo>
                  <a:pt x="0" y="212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86" name="" descr=""/>
          <p:cNvPicPr/>
          <p:nvPr/>
        </p:nvPicPr>
        <p:blipFill>
          <a:blip r:embed="rId12"/>
          <a:stretch/>
        </p:blipFill>
        <p:spPr>
          <a:xfrm>
            <a:off x="4592160" y="3781440"/>
            <a:ext cx="1947960" cy="765360"/>
          </a:xfrm>
          <a:prstGeom prst="rect">
            <a:avLst/>
          </a:prstGeom>
          <a:ln w="0">
            <a:noFill/>
          </a:ln>
        </p:spPr>
      </p:pic>
      <p:pic>
        <p:nvPicPr>
          <p:cNvPr id="1587" name="" descr=""/>
          <p:cNvPicPr/>
          <p:nvPr/>
        </p:nvPicPr>
        <p:blipFill>
          <a:blip r:embed="rId13"/>
          <a:stretch/>
        </p:blipFill>
        <p:spPr>
          <a:xfrm>
            <a:off x="6709680" y="3699360"/>
            <a:ext cx="2176560" cy="993960"/>
          </a:xfrm>
          <a:prstGeom prst="rect">
            <a:avLst/>
          </a:prstGeom>
          <a:ln w="0">
            <a:noFill/>
          </a:ln>
        </p:spPr>
      </p:pic>
      <p:sp>
        <p:nvSpPr>
          <p:cNvPr id="1588" name=""/>
          <p:cNvSpPr/>
          <p:nvPr/>
        </p:nvSpPr>
        <p:spPr>
          <a:xfrm>
            <a:off x="6826680" y="3794400"/>
            <a:ext cx="1948320" cy="766440"/>
          </a:xfrm>
          <a:custGeom>
            <a:avLst/>
            <a:gdLst/>
            <a:ahLst/>
            <a:rect l="0" t="0" r="r" b="b"/>
            <a:pathLst>
              <a:path w="5412" h="2129">
                <a:moveTo>
                  <a:pt x="0" y="0"/>
                </a:moveTo>
                <a:lnTo>
                  <a:pt x="5412" y="0"/>
                </a:lnTo>
                <a:lnTo>
                  <a:pt x="5412" y="2129"/>
                </a:lnTo>
                <a:lnTo>
                  <a:pt x="0" y="212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89" name="" descr=""/>
          <p:cNvPicPr/>
          <p:nvPr/>
        </p:nvPicPr>
        <p:blipFill>
          <a:blip r:embed="rId14"/>
          <a:stretch/>
        </p:blipFill>
        <p:spPr>
          <a:xfrm>
            <a:off x="6826680" y="3794760"/>
            <a:ext cx="1947960" cy="765360"/>
          </a:xfrm>
          <a:prstGeom prst="rect">
            <a:avLst/>
          </a:prstGeom>
          <a:ln w="0">
            <a:noFill/>
          </a:ln>
        </p:spPr>
      </p:pic>
      <p:pic>
        <p:nvPicPr>
          <p:cNvPr id="1590" name="" descr=""/>
          <p:cNvPicPr/>
          <p:nvPr/>
        </p:nvPicPr>
        <p:blipFill>
          <a:blip r:embed="rId15"/>
          <a:stretch/>
        </p:blipFill>
        <p:spPr>
          <a:xfrm>
            <a:off x="6788160" y="2741400"/>
            <a:ext cx="2176560" cy="1036080"/>
          </a:xfrm>
          <a:prstGeom prst="rect">
            <a:avLst/>
          </a:prstGeom>
          <a:ln w="0">
            <a:noFill/>
          </a:ln>
        </p:spPr>
      </p:pic>
      <p:sp>
        <p:nvSpPr>
          <p:cNvPr id="1591" name=""/>
          <p:cNvSpPr/>
          <p:nvPr/>
        </p:nvSpPr>
        <p:spPr>
          <a:xfrm>
            <a:off x="6905160" y="2836800"/>
            <a:ext cx="1948320" cy="808200"/>
          </a:xfrm>
          <a:custGeom>
            <a:avLst/>
            <a:gdLst/>
            <a:ahLst/>
            <a:rect l="0" t="0" r="r" b="b"/>
            <a:pathLst>
              <a:path w="5412" h="2245">
                <a:moveTo>
                  <a:pt x="0" y="0"/>
                </a:moveTo>
                <a:lnTo>
                  <a:pt x="5412" y="0"/>
                </a:lnTo>
                <a:lnTo>
                  <a:pt x="5412" y="2245"/>
                </a:lnTo>
                <a:lnTo>
                  <a:pt x="0" y="22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92" name="" descr=""/>
          <p:cNvPicPr/>
          <p:nvPr/>
        </p:nvPicPr>
        <p:blipFill>
          <a:blip r:embed="rId16"/>
          <a:stretch/>
        </p:blipFill>
        <p:spPr>
          <a:xfrm>
            <a:off x="6905160" y="2836800"/>
            <a:ext cx="1947960" cy="807480"/>
          </a:xfrm>
          <a:prstGeom prst="rect">
            <a:avLst/>
          </a:prstGeom>
          <a:ln w="0">
            <a:noFill/>
          </a:ln>
        </p:spPr>
      </p:pic>
      <p:sp>
        <p:nvSpPr>
          <p:cNvPr id="1593" name=""/>
          <p:cNvSpPr/>
          <p:nvPr/>
        </p:nvSpPr>
        <p:spPr>
          <a:xfrm>
            <a:off x="1953360" y="3328200"/>
            <a:ext cx="929520" cy="920520"/>
          </a:xfrm>
          <a:custGeom>
            <a:avLst/>
            <a:gdLst/>
            <a:ahLst/>
            <a:rect l="0" t="0" r="r" b="b"/>
            <a:pathLst>
              <a:path w="2582" h="2557">
                <a:moveTo>
                  <a:pt x="0" y="0"/>
                </a:moveTo>
                <a:lnTo>
                  <a:pt x="2582" y="0"/>
                </a:lnTo>
                <a:lnTo>
                  <a:pt x="2582" y="2557"/>
                </a:lnTo>
                <a:lnTo>
                  <a:pt x="0" y="2557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94" name="" descr=""/>
          <p:cNvPicPr/>
          <p:nvPr/>
        </p:nvPicPr>
        <p:blipFill>
          <a:blip r:embed="rId17"/>
          <a:stretch/>
        </p:blipFill>
        <p:spPr>
          <a:xfrm>
            <a:off x="1953360" y="3328560"/>
            <a:ext cx="928800" cy="919800"/>
          </a:xfrm>
          <a:prstGeom prst="rect">
            <a:avLst/>
          </a:prstGeom>
          <a:ln w="0">
            <a:noFill/>
          </a:ln>
        </p:spPr>
      </p:pic>
      <p:sp>
        <p:nvSpPr>
          <p:cNvPr id="1595" name=""/>
          <p:cNvSpPr/>
          <p:nvPr/>
        </p:nvSpPr>
        <p:spPr>
          <a:xfrm>
            <a:off x="3041280" y="3365280"/>
            <a:ext cx="770760" cy="846360"/>
          </a:xfrm>
          <a:custGeom>
            <a:avLst/>
            <a:gdLst/>
            <a:ahLst/>
            <a:rect l="0" t="0" r="r" b="b"/>
            <a:pathLst>
              <a:path w="2141" h="2351">
                <a:moveTo>
                  <a:pt x="0" y="0"/>
                </a:moveTo>
                <a:lnTo>
                  <a:pt x="2141" y="0"/>
                </a:lnTo>
                <a:lnTo>
                  <a:pt x="2141" y="2351"/>
                </a:lnTo>
                <a:lnTo>
                  <a:pt x="0" y="235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96" name="" descr=""/>
          <p:cNvPicPr/>
          <p:nvPr/>
        </p:nvPicPr>
        <p:blipFill>
          <a:blip r:embed="rId18"/>
          <a:stretch/>
        </p:blipFill>
        <p:spPr>
          <a:xfrm>
            <a:off x="3041640" y="3365640"/>
            <a:ext cx="769680" cy="84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